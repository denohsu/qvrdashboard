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27"/>
  </p:notesMasterIdLst>
  <p:sldIdLst>
    <p:sldId id="256" r:id="rId5"/>
    <p:sldId id="473" r:id="rId6"/>
    <p:sldId id="470" r:id="rId7"/>
    <p:sldId id="461" r:id="rId8"/>
    <p:sldId id="488" r:id="rId9"/>
    <p:sldId id="468" r:id="rId10"/>
    <p:sldId id="467" r:id="rId11"/>
    <p:sldId id="465" r:id="rId12"/>
    <p:sldId id="469" r:id="rId13"/>
    <p:sldId id="471" r:id="rId14"/>
    <p:sldId id="472" r:id="rId15"/>
    <p:sldId id="475" r:id="rId16"/>
    <p:sldId id="477" r:id="rId17"/>
    <p:sldId id="480" r:id="rId18"/>
    <p:sldId id="478" r:id="rId19"/>
    <p:sldId id="481" r:id="rId20"/>
    <p:sldId id="485" r:id="rId21"/>
    <p:sldId id="486" r:id="rId22"/>
    <p:sldId id="483" r:id="rId23"/>
    <p:sldId id="484" r:id="rId24"/>
    <p:sldId id="487" r:id="rId25"/>
    <p:sldId id="489" r:id="rId26"/>
  </p:sldIdLst>
  <p:sldSz cx="9144000" cy="6858000" type="screen4x3"/>
  <p:notesSz cx="7102475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0" roundtripDataSignature="AMtx7mgDDK2ALmwEUW4yHERyMGmGwJH2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BD4F9A-01AA-B96C-735B-3207DE3F724D}" v="1" dt="2022-04-27T06:19:16.383"/>
    <p1510:client id="{0E621685-0FC4-4112-BDD4-8604A4574FC9}" v="1" dt="2021-12-15T07:24:05.260"/>
    <p1510:client id="{2757C30F-EA6F-5BE2-F046-CE44DBFC7254}" v="16" dt="2021-12-28T06:33:49.801"/>
    <p1510:client id="{2E16F39E-6F48-3A67-544F-B9D3E62200EA}" v="26" dt="2023-12-05T04:57:47.461"/>
    <p1510:client id="{594572CD-5ABE-0EBE-7DF6-5339F743F87C}" v="19" dt="2021-12-29T06:30:23.493"/>
    <p1510:client id="{773E9AA3-C53E-789B-3775-63FD5304554B}" v="9" dt="2021-09-22T04:51:57.765"/>
    <p1510:client id="{8E61DABC-232F-1A14-A8BE-F2576205A2A3}" v="75" dt="2021-09-15T06:38:09.538"/>
    <p1510:client id="{8EA25277-DDCF-CF52-144B-8A1DBDAD6FC3}" v="346" dt="2023-12-05T04:02:51.139"/>
    <p1510:client id="{9485C679-7350-DB16-F8DA-91EABCFC1552}" v="109" dt="2023-12-05T04:16:24.607"/>
    <p1510:client id="{AFD5984D-F4F4-EE66-5BC4-F590DE888ACF}" v="67" dt="2021-09-08T03:33:55.279"/>
    <p1510:client id="{BB948730-EB0B-098E-0DDE-08300CC7682D}" v="425" dt="2021-09-15T03:30:59.836"/>
    <p1510:client id="{C4A7F281-F55D-08D8-A2C3-6327907A24DF}" v="14" dt="2021-12-29T06:54:08.545"/>
    <p1510:client id="{CD0DFFA8-E91A-9D56-C90A-877A91777031}" v="428" dt="2021-09-08T03:20:08.677"/>
    <p1510:client id="{DFB31F92-0AE8-5490-79CC-22C57DAC762C}" v="13" dt="2021-12-28T06:25:01.803"/>
    <p1510:client id="{E4FFFAE8-93EF-E979-F21A-9BBB9D3E0F50}" v="103" dt="2021-09-13T06:16:50.203"/>
    <p1510:client id="{E6481F1B-C475-EF3F-2AEB-EE2A79019873}" v="1" dt="2021-09-08T03:28:58.297"/>
    <p1510:client id="{F52CEBD8-6D97-538D-46A4-B534A869E4BF}" v="47" dt="2021-09-08T03:27:57.785"/>
  </p1510:revLst>
</p1510:revInfo>
</file>

<file path=ppt/tableStyles.xml><?xml version="1.0" encoding="utf-8"?>
<a:tblStyleLst xmlns:a="http://schemas.openxmlformats.org/drawingml/2006/main" def="{D5D0CA89-B71A-4B0F-895C-37D024D1F78E}">
  <a:tblStyle styleId="{D5D0CA89-B71A-4B0F-895C-37D024D1F78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66BC612-D614-43F4-8A67-7CF519E90DAF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4660"/>
  </p:normalViewPr>
  <p:slideViewPr>
    <p:cSldViewPr snapToGrid="0">
      <p:cViewPr varScale="1">
        <p:scale>
          <a:sx n="98" d="100"/>
          <a:sy n="98" d="100"/>
        </p:scale>
        <p:origin x="1962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6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71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70" Type="http://customschemas.google.com/relationships/presentationmetadata" Target="metadata"/><Relationship Id="rId75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7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7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 Liu 劉醇豐" userId="S::kenliu@qnap.com::0035c789-ab60-4765-b1f3-5e6a9d8277ae" providerId="AD" clId="Web-{E6481F1B-C475-EF3F-2AEB-EE2A79019873}"/>
    <pc:docChg chg="delSld">
      <pc:chgData name="Ken Liu 劉醇豐" userId="S::kenliu@qnap.com::0035c789-ab60-4765-b1f3-5e6a9d8277ae" providerId="AD" clId="Web-{E6481F1B-C475-EF3F-2AEB-EE2A79019873}" dt="2021-09-08T03:28:58.297" v="0"/>
      <pc:docMkLst>
        <pc:docMk/>
      </pc:docMkLst>
      <pc:sldChg chg="del">
        <pc:chgData name="Ken Liu 劉醇豐" userId="S::kenliu@qnap.com::0035c789-ab60-4765-b1f3-5e6a9d8277ae" providerId="AD" clId="Web-{E6481F1B-C475-EF3F-2AEB-EE2A79019873}" dt="2021-09-08T03:28:58.297" v="0"/>
        <pc:sldMkLst>
          <pc:docMk/>
          <pc:sldMk cId="0" sldId="265"/>
        </pc:sldMkLst>
      </pc:sldChg>
    </pc:docChg>
  </pc:docChgLst>
  <pc:docChgLst>
    <pc:chgData name="Ken Liu 劉醇豐" userId="S::kenliu@qnap.com::0035c789-ab60-4765-b1f3-5e6a9d8277ae" providerId="AD" clId="Web-{594572CD-5ABE-0EBE-7DF6-5339F743F87C}"/>
    <pc:docChg chg="delSld modSld">
      <pc:chgData name="Ken Liu 劉醇豐" userId="S::kenliu@qnap.com::0035c789-ab60-4765-b1f3-5e6a9d8277ae" providerId="AD" clId="Web-{594572CD-5ABE-0EBE-7DF6-5339F743F87C}" dt="2021-12-29T06:30:23.493" v="16" actId="20577"/>
      <pc:docMkLst>
        <pc:docMk/>
      </pc:docMkLst>
      <pc:sldChg chg="modSp">
        <pc:chgData name="Ken Liu 劉醇豐" userId="S::kenliu@qnap.com::0035c789-ab60-4765-b1f3-5e6a9d8277ae" providerId="AD" clId="Web-{594572CD-5ABE-0EBE-7DF6-5339F743F87C}" dt="2021-12-29T06:30:23.493" v="16" actId="20577"/>
        <pc:sldMkLst>
          <pc:docMk/>
          <pc:sldMk cId="4216164933" sldId="386"/>
        </pc:sldMkLst>
        <pc:spChg chg="mod">
          <ac:chgData name="Ken Liu 劉醇豐" userId="S::kenliu@qnap.com::0035c789-ab60-4765-b1f3-5e6a9d8277ae" providerId="AD" clId="Web-{594572CD-5ABE-0EBE-7DF6-5339F743F87C}" dt="2021-12-29T06:30:20.040" v="14" actId="20577"/>
          <ac:spMkLst>
            <pc:docMk/>
            <pc:sldMk cId="4216164933" sldId="386"/>
            <ac:spMk id="256" creationId="{00000000-0000-0000-0000-000000000000}"/>
          </ac:spMkLst>
        </pc:spChg>
        <pc:spChg chg="mod">
          <ac:chgData name="Ken Liu 劉醇豐" userId="S::kenliu@qnap.com::0035c789-ab60-4765-b1f3-5e6a9d8277ae" providerId="AD" clId="Web-{594572CD-5ABE-0EBE-7DF6-5339F743F87C}" dt="2021-12-29T06:30:23.493" v="16" actId="20577"/>
          <ac:spMkLst>
            <pc:docMk/>
            <pc:sldMk cId="4216164933" sldId="386"/>
            <ac:spMk id="257" creationId="{00000000-0000-0000-0000-000000000000}"/>
          </ac:spMkLst>
        </pc:spChg>
      </pc:sldChg>
      <pc:sldChg chg="modSp">
        <pc:chgData name="Ken Liu 劉醇豐" userId="S::kenliu@qnap.com::0035c789-ab60-4765-b1f3-5e6a9d8277ae" providerId="AD" clId="Web-{594572CD-5ABE-0EBE-7DF6-5339F743F87C}" dt="2021-12-29T06:24:42.704" v="3" actId="20577"/>
        <pc:sldMkLst>
          <pc:docMk/>
          <pc:sldMk cId="642166987" sldId="403"/>
        </pc:sldMkLst>
        <pc:spChg chg="mod">
          <ac:chgData name="Ken Liu 劉醇豐" userId="S::kenliu@qnap.com::0035c789-ab60-4765-b1f3-5e6a9d8277ae" providerId="AD" clId="Web-{594572CD-5ABE-0EBE-7DF6-5339F743F87C}" dt="2021-12-29T06:24:42.704" v="3" actId="20577"/>
          <ac:spMkLst>
            <pc:docMk/>
            <pc:sldMk cId="642166987" sldId="403"/>
            <ac:spMk id="257" creationId="{00000000-0000-0000-0000-000000000000}"/>
          </ac:spMkLst>
        </pc:spChg>
      </pc:sldChg>
      <pc:sldChg chg="del">
        <pc:chgData name="Ken Liu 劉醇豐" userId="S::kenliu@qnap.com::0035c789-ab60-4765-b1f3-5e6a9d8277ae" providerId="AD" clId="Web-{594572CD-5ABE-0EBE-7DF6-5339F743F87C}" dt="2021-12-29T06:25:41.596" v="4"/>
        <pc:sldMkLst>
          <pc:docMk/>
          <pc:sldMk cId="1257154982" sldId="408"/>
        </pc:sldMkLst>
      </pc:sldChg>
      <pc:sldChg chg="modSp">
        <pc:chgData name="Ken Liu 劉醇豐" userId="S::kenliu@qnap.com::0035c789-ab60-4765-b1f3-5e6a9d8277ae" providerId="AD" clId="Web-{594572CD-5ABE-0EBE-7DF6-5339F743F87C}" dt="2021-12-29T06:29:51.680" v="12" actId="1076"/>
        <pc:sldMkLst>
          <pc:docMk/>
          <pc:sldMk cId="1595983950" sldId="409"/>
        </pc:sldMkLst>
        <pc:spChg chg="mod">
          <ac:chgData name="Ken Liu 劉醇豐" userId="S::kenliu@qnap.com::0035c789-ab60-4765-b1f3-5e6a9d8277ae" providerId="AD" clId="Web-{594572CD-5ABE-0EBE-7DF6-5339F743F87C}" dt="2021-12-29T06:29:26.217" v="11" actId="1076"/>
          <ac:spMkLst>
            <pc:docMk/>
            <pc:sldMk cId="1595983950" sldId="409"/>
            <ac:spMk id="5" creationId="{00000000-0000-0000-0000-000000000000}"/>
          </ac:spMkLst>
        </pc:spChg>
        <pc:grpChg chg="mod">
          <ac:chgData name="Ken Liu 劉醇豐" userId="S::kenliu@qnap.com::0035c789-ab60-4765-b1f3-5e6a9d8277ae" providerId="AD" clId="Web-{594572CD-5ABE-0EBE-7DF6-5339F743F87C}" dt="2021-12-29T06:29:51.680" v="12" actId="1076"/>
          <ac:grpSpMkLst>
            <pc:docMk/>
            <pc:sldMk cId="1595983950" sldId="409"/>
            <ac:grpSpMk id="73" creationId="{00000000-0000-0000-0000-000000000000}"/>
          </ac:grpSpMkLst>
        </pc:grpChg>
        <pc:cxnChg chg="mod">
          <ac:chgData name="Ken Liu 劉醇豐" userId="S::kenliu@qnap.com::0035c789-ab60-4765-b1f3-5e6a9d8277ae" providerId="AD" clId="Web-{594572CD-5ABE-0EBE-7DF6-5339F743F87C}" dt="2021-12-29T06:29:26.217" v="11" actId="1076"/>
          <ac:cxnSpMkLst>
            <pc:docMk/>
            <pc:sldMk cId="1595983950" sldId="409"/>
            <ac:cxnSpMk id="8" creationId="{00000000-0000-0000-0000-000000000000}"/>
          </ac:cxnSpMkLst>
        </pc:cxnChg>
        <pc:cxnChg chg="mod">
          <ac:chgData name="Ken Liu 劉醇豐" userId="S::kenliu@qnap.com::0035c789-ab60-4765-b1f3-5e6a9d8277ae" providerId="AD" clId="Web-{594572CD-5ABE-0EBE-7DF6-5339F743F87C}" dt="2021-12-29T06:29:26.217" v="11" actId="1076"/>
          <ac:cxnSpMkLst>
            <pc:docMk/>
            <pc:sldMk cId="1595983950" sldId="409"/>
            <ac:cxnSpMk id="17" creationId="{00000000-0000-0000-0000-000000000000}"/>
          </ac:cxnSpMkLst>
        </pc:cxnChg>
      </pc:sldChg>
    </pc:docChg>
  </pc:docChgLst>
  <pc:docChgLst>
    <pc:chgData clId="Web-{08BD4F9A-01AA-B96C-735B-3207DE3F724D}"/>
    <pc:docChg chg="modSld">
      <pc:chgData name="" userId="" providerId="" clId="Web-{08BD4F9A-01AA-B96C-735B-3207DE3F724D}" dt="2022-04-27T06:19:16.383" v="0" actId="20577"/>
      <pc:docMkLst>
        <pc:docMk/>
      </pc:docMkLst>
      <pc:sldChg chg="modSp">
        <pc:chgData name="" userId="" providerId="" clId="Web-{08BD4F9A-01AA-B96C-735B-3207DE3F724D}" dt="2022-04-27T06:19:16.383" v="0" actId="20577"/>
        <pc:sldMkLst>
          <pc:docMk/>
          <pc:sldMk cId="0" sldId="256"/>
        </pc:sldMkLst>
        <pc:spChg chg="mod">
          <ac:chgData name="" userId="" providerId="" clId="Web-{08BD4F9A-01AA-B96C-735B-3207DE3F724D}" dt="2022-04-27T06:19:16.383" v="0" actId="20577"/>
          <ac:spMkLst>
            <pc:docMk/>
            <pc:sldMk cId="0" sldId="256"/>
            <ac:spMk id="107" creationId="{00000000-0000-0000-0000-000000000000}"/>
          </ac:spMkLst>
        </pc:spChg>
      </pc:sldChg>
    </pc:docChg>
  </pc:docChgLst>
  <pc:docChgLst>
    <pc:chgData name="Ken Liu 劉醇豐" userId="S::kenliu@qnap.com::0035c789-ab60-4765-b1f3-5e6a9d8277ae" providerId="AD" clId="Web-{E4FFFAE8-93EF-E979-F21A-9BBB9D3E0F50}"/>
    <pc:docChg chg="addSld delSld modSld">
      <pc:chgData name="Ken Liu 劉醇豐" userId="S::kenliu@qnap.com::0035c789-ab60-4765-b1f3-5e6a9d8277ae" providerId="AD" clId="Web-{E4FFFAE8-93EF-E979-F21A-9BBB9D3E0F50}" dt="2021-09-13T06:16:50.203" v="95"/>
      <pc:docMkLst>
        <pc:docMk/>
      </pc:docMkLst>
      <pc:sldChg chg="modSp">
        <pc:chgData name="Ken Liu 劉醇豐" userId="S::kenliu@qnap.com::0035c789-ab60-4765-b1f3-5e6a9d8277ae" providerId="AD" clId="Web-{E4FFFAE8-93EF-E979-F21A-9BBB9D3E0F50}" dt="2021-09-13T01:58:25.352" v="0" actId="20577"/>
        <pc:sldMkLst>
          <pc:docMk/>
          <pc:sldMk cId="0" sldId="256"/>
        </pc:sldMkLst>
        <pc:spChg chg="mod">
          <ac:chgData name="Ken Liu 劉醇豐" userId="S::kenliu@qnap.com::0035c789-ab60-4765-b1f3-5e6a9d8277ae" providerId="AD" clId="Web-{E4FFFAE8-93EF-E979-F21A-9BBB9D3E0F50}" dt="2021-09-13T01:58:25.352" v="0" actId="20577"/>
          <ac:spMkLst>
            <pc:docMk/>
            <pc:sldMk cId="0" sldId="256"/>
            <ac:spMk id="107" creationId="{00000000-0000-0000-0000-000000000000}"/>
          </ac:spMkLst>
        </pc:spChg>
      </pc:sldChg>
      <pc:sldChg chg="modSp add replId">
        <pc:chgData name="Ken Liu 劉醇豐" userId="S::kenliu@qnap.com::0035c789-ab60-4765-b1f3-5e6a9d8277ae" providerId="AD" clId="Web-{E4FFFAE8-93EF-E979-F21A-9BBB9D3E0F50}" dt="2021-09-13T02:01:25.199" v="4" actId="20577"/>
        <pc:sldMkLst>
          <pc:docMk/>
          <pc:sldMk cId="3400863367" sldId="308"/>
        </pc:sldMkLst>
        <pc:spChg chg="mod">
          <ac:chgData name="Ken Liu 劉醇豐" userId="S::kenliu@qnap.com::0035c789-ab60-4765-b1f3-5e6a9d8277ae" providerId="AD" clId="Web-{E4FFFAE8-93EF-E979-F21A-9BBB9D3E0F50}" dt="2021-09-13T02:01:25.199" v="4" actId="20577"/>
          <ac:spMkLst>
            <pc:docMk/>
            <pc:sldMk cId="3400863367" sldId="308"/>
            <ac:spMk id="257" creationId="{00000000-0000-0000-0000-000000000000}"/>
          </ac:spMkLst>
        </pc:spChg>
      </pc:sldChg>
      <pc:sldChg chg="add del">
        <pc:chgData name="Ken Liu 劉醇豐" userId="S::kenliu@qnap.com::0035c789-ab60-4765-b1f3-5e6a9d8277ae" providerId="AD" clId="Web-{E4FFFAE8-93EF-E979-F21A-9BBB9D3E0F50}" dt="2021-09-13T02:01:43.793" v="7"/>
        <pc:sldMkLst>
          <pc:docMk/>
          <pc:sldMk cId="2551826234" sldId="309"/>
        </pc:sldMkLst>
      </pc:sldChg>
      <pc:sldChg chg="addSp delSp modSp add">
        <pc:chgData name="Ken Liu 劉醇豐" userId="S::kenliu@qnap.com::0035c789-ab60-4765-b1f3-5e6a9d8277ae" providerId="AD" clId="Web-{E4FFFAE8-93EF-E979-F21A-9BBB9D3E0F50}" dt="2021-09-13T06:16:50.203" v="95"/>
        <pc:sldMkLst>
          <pc:docMk/>
          <pc:sldMk cId="3304342912" sldId="310"/>
        </pc:sldMkLst>
        <pc:spChg chg="mod">
          <ac:chgData name="Ken Liu 劉醇豐" userId="S::kenliu@qnap.com::0035c789-ab60-4765-b1f3-5e6a9d8277ae" providerId="AD" clId="Web-{E4FFFAE8-93EF-E979-F21A-9BBB9D3E0F50}" dt="2021-09-13T02:03:05.498" v="63" actId="20577"/>
          <ac:spMkLst>
            <pc:docMk/>
            <pc:sldMk cId="3304342912" sldId="310"/>
            <ac:spMk id="3" creationId="{C435F919-65CC-47DF-A950-9A42047C8BF0}"/>
          </ac:spMkLst>
        </pc:spChg>
        <pc:spChg chg="del">
          <ac:chgData name="Ken Liu 劉醇豐" userId="S::kenliu@qnap.com::0035c789-ab60-4765-b1f3-5e6a9d8277ae" providerId="AD" clId="Web-{E4FFFAE8-93EF-E979-F21A-9BBB9D3E0F50}" dt="2021-09-13T02:02:04.996" v="13"/>
          <ac:spMkLst>
            <pc:docMk/>
            <pc:sldMk cId="3304342912" sldId="310"/>
            <ac:spMk id="9" creationId="{BEC4445D-5521-4C3F-A273-7E6F7985FA51}"/>
          </ac:spMkLst>
        </pc:spChg>
        <pc:spChg chg="del">
          <ac:chgData name="Ken Liu 劉醇豐" userId="S::kenliu@qnap.com::0035c789-ab60-4765-b1f3-5e6a9d8277ae" providerId="AD" clId="Web-{E4FFFAE8-93EF-E979-F21A-9BBB9D3E0F50}" dt="2021-09-13T02:02:04.996" v="12"/>
          <ac:spMkLst>
            <pc:docMk/>
            <pc:sldMk cId="3304342912" sldId="310"/>
            <ac:spMk id="11" creationId="{7FC3657B-DDB5-451D-9547-7F6A4CF1F71B}"/>
          </ac:spMkLst>
        </pc:spChg>
        <pc:graphicFrameChg chg="add mod modGraphic">
          <ac:chgData name="Ken Liu 劉醇豐" userId="S::kenliu@qnap.com::0035c789-ab60-4765-b1f3-5e6a9d8277ae" providerId="AD" clId="Web-{E4FFFAE8-93EF-E979-F21A-9BBB9D3E0F50}" dt="2021-09-13T06:16:50.203" v="95"/>
          <ac:graphicFrameMkLst>
            <pc:docMk/>
            <pc:sldMk cId="3304342912" sldId="310"/>
            <ac:graphicFrameMk id="2" creationId="{81CBF9CF-B10C-4E6A-BD18-01AB4BD20E3A}"/>
          </ac:graphicFrameMkLst>
        </pc:graphicFrameChg>
        <pc:graphicFrameChg chg="del">
          <ac:chgData name="Ken Liu 劉醇豐" userId="S::kenliu@qnap.com::0035c789-ab60-4765-b1f3-5e6a9d8277ae" providerId="AD" clId="Web-{E4FFFAE8-93EF-E979-F21A-9BBB9D3E0F50}" dt="2021-09-13T02:02:04.996" v="15"/>
          <ac:graphicFrameMkLst>
            <pc:docMk/>
            <pc:sldMk cId="3304342912" sldId="310"/>
            <ac:graphicFrameMk id="5" creationId="{66629671-A3B5-4167-97EE-58E0B0E03A23}"/>
          </ac:graphicFrameMkLst>
        </pc:graphicFrameChg>
        <pc:graphicFrameChg chg="add del mod">
          <ac:chgData name="Ken Liu 劉醇豐" userId="S::kenliu@qnap.com::0035c789-ab60-4765-b1f3-5e6a9d8277ae" providerId="AD" clId="Web-{E4FFFAE8-93EF-E979-F21A-9BBB9D3E0F50}" dt="2021-09-13T02:02:29.059" v="18"/>
          <ac:graphicFrameMkLst>
            <pc:docMk/>
            <pc:sldMk cId="3304342912" sldId="310"/>
            <ac:graphicFrameMk id="6" creationId="{C4028637-16B1-46D4-B082-693028DD645A}"/>
          </ac:graphicFrameMkLst>
        </pc:graphicFrameChg>
        <pc:graphicFrameChg chg="add del mod">
          <ac:chgData name="Ken Liu 劉醇豐" userId="S::kenliu@qnap.com::0035c789-ab60-4765-b1f3-5e6a9d8277ae" providerId="AD" clId="Web-{E4FFFAE8-93EF-E979-F21A-9BBB9D3E0F50}" dt="2021-09-13T02:02:33.794" v="20"/>
          <ac:graphicFrameMkLst>
            <pc:docMk/>
            <pc:sldMk cId="3304342912" sldId="310"/>
            <ac:graphicFrameMk id="10" creationId="{F504EADC-303E-45E8-9894-67D5C997A7A9}"/>
          </ac:graphicFrameMkLst>
        </pc:graphicFrameChg>
        <pc:cxnChg chg="del">
          <ac:chgData name="Ken Liu 劉醇豐" userId="S::kenliu@qnap.com::0035c789-ab60-4765-b1f3-5e6a9d8277ae" providerId="AD" clId="Web-{E4FFFAE8-93EF-E979-F21A-9BBB9D3E0F50}" dt="2021-09-13T02:02:04.996" v="14"/>
          <ac:cxnSpMkLst>
            <pc:docMk/>
            <pc:sldMk cId="3304342912" sldId="310"/>
            <ac:cxnSpMk id="7" creationId="{4ABEDD75-0037-443A-B359-1E5ABF8A4270}"/>
          </ac:cxnSpMkLst>
        </pc:cxnChg>
      </pc:sldChg>
    </pc:docChg>
  </pc:docChgLst>
  <pc:docChgLst>
    <pc:chgData name="Ken Liu 劉醇豐" userId="S::kenliu@qnap.com::0035c789-ab60-4765-b1f3-5e6a9d8277ae" providerId="AD" clId="Web-{CD0DFFA8-E91A-9D56-C90A-877A91777031}"/>
    <pc:docChg chg="addSld delSld modSld sldOrd">
      <pc:chgData name="Ken Liu 劉醇豐" userId="S::kenliu@qnap.com::0035c789-ab60-4765-b1f3-5e6a9d8277ae" providerId="AD" clId="Web-{CD0DFFA8-E91A-9D56-C90A-877A91777031}" dt="2021-09-08T03:20:08.677" v="414" actId="20577"/>
      <pc:docMkLst>
        <pc:docMk/>
      </pc:docMkLst>
      <pc:sldChg chg="modSp">
        <pc:chgData name="Ken Liu 劉醇豐" userId="S::kenliu@qnap.com::0035c789-ab60-4765-b1f3-5e6a9d8277ae" providerId="AD" clId="Web-{CD0DFFA8-E91A-9D56-C90A-877A91777031}" dt="2021-09-08T02:07:23.886" v="1" actId="20577"/>
        <pc:sldMkLst>
          <pc:docMk/>
          <pc:sldMk cId="0" sldId="256"/>
        </pc:sldMkLst>
        <pc:spChg chg="mod">
          <ac:chgData name="Ken Liu 劉醇豐" userId="S::kenliu@qnap.com::0035c789-ab60-4765-b1f3-5e6a9d8277ae" providerId="AD" clId="Web-{CD0DFFA8-E91A-9D56-C90A-877A91777031}" dt="2021-09-08T02:07:23.886" v="1" actId="20577"/>
          <ac:spMkLst>
            <pc:docMk/>
            <pc:sldMk cId="0" sldId="256"/>
            <ac:spMk id="107" creationId="{00000000-0000-0000-0000-000000000000}"/>
          </ac:spMkLst>
        </pc:spChg>
      </pc:sldChg>
      <pc:sldChg chg="modSp">
        <pc:chgData name="Ken Liu 劉醇豐" userId="S::kenliu@qnap.com::0035c789-ab60-4765-b1f3-5e6a9d8277ae" providerId="AD" clId="Web-{CD0DFFA8-E91A-9D56-C90A-877A91777031}" dt="2021-09-08T03:03:19.253" v="185" actId="20577"/>
        <pc:sldMkLst>
          <pc:docMk/>
          <pc:sldMk cId="0" sldId="257"/>
        </pc:sldMkLst>
        <pc:spChg chg="mod">
          <ac:chgData name="Ken Liu 劉醇豐" userId="S::kenliu@qnap.com::0035c789-ab60-4765-b1f3-5e6a9d8277ae" providerId="AD" clId="Web-{CD0DFFA8-E91A-9D56-C90A-877A91777031}" dt="2021-09-08T03:03:19.253" v="185" actId="20577"/>
          <ac:spMkLst>
            <pc:docMk/>
            <pc:sldMk cId="0" sldId="257"/>
            <ac:spMk id="114" creationId="{00000000-0000-0000-0000-000000000000}"/>
          </ac:spMkLst>
        </pc:spChg>
      </pc:sldChg>
      <pc:sldChg chg="modSp">
        <pc:chgData name="Ken Liu 劉醇豐" userId="S::kenliu@qnap.com::0035c789-ab60-4765-b1f3-5e6a9d8277ae" providerId="AD" clId="Web-{CD0DFFA8-E91A-9D56-C90A-877A91777031}" dt="2021-09-08T03:17:22.065" v="324" actId="20577"/>
        <pc:sldMkLst>
          <pc:docMk/>
          <pc:sldMk cId="0" sldId="258"/>
        </pc:sldMkLst>
        <pc:spChg chg="mod">
          <ac:chgData name="Ken Liu 劉醇豐" userId="S::kenliu@qnap.com::0035c789-ab60-4765-b1f3-5e6a9d8277ae" providerId="AD" clId="Web-{CD0DFFA8-E91A-9D56-C90A-877A91777031}" dt="2021-09-08T03:17:22.065" v="324" actId="20577"/>
          <ac:spMkLst>
            <pc:docMk/>
            <pc:sldMk cId="0" sldId="258"/>
            <ac:spMk id="121" creationId="{00000000-0000-0000-0000-000000000000}"/>
          </ac:spMkLst>
        </pc:spChg>
      </pc:sldChg>
      <pc:sldChg chg="modSp">
        <pc:chgData name="Ken Liu 劉醇豐" userId="S::kenliu@qnap.com::0035c789-ab60-4765-b1f3-5e6a9d8277ae" providerId="AD" clId="Web-{CD0DFFA8-E91A-9D56-C90A-877A91777031}" dt="2021-09-08T02:29:25.851" v="25" actId="20577"/>
        <pc:sldMkLst>
          <pc:docMk/>
          <pc:sldMk cId="0" sldId="259"/>
        </pc:sldMkLst>
        <pc:spChg chg="mod">
          <ac:chgData name="Ken Liu 劉醇豐" userId="S::kenliu@qnap.com::0035c789-ab60-4765-b1f3-5e6a9d8277ae" providerId="AD" clId="Web-{CD0DFFA8-E91A-9D56-C90A-877A91777031}" dt="2021-09-08T02:29:25.851" v="25" actId="20577"/>
          <ac:spMkLst>
            <pc:docMk/>
            <pc:sldMk cId="0" sldId="259"/>
            <ac:spMk id="136" creationId="{00000000-0000-0000-0000-000000000000}"/>
          </ac:spMkLst>
        </pc:spChg>
      </pc:sldChg>
      <pc:sldChg chg="modSp del">
        <pc:chgData name="Ken Liu 劉醇豐" userId="S::kenliu@qnap.com::0035c789-ab60-4765-b1f3-5e6a9d8277ae" providerId="AD" clId="Web-{CD0DFFA8-E91A-9D56-C90A-877A91777031}" dt="2021-09-08T02:33:41.840" v="63"/>
        <pc:sldMkLst>
          <pc:docMk/>
          <pc:sldMk cId="0" sldId="260"/>
        </pc:sldMkLst>
        <pc:spChg chg="mod">
          <ac:chgData name="Ken Liu 劉醇豐" userId="S::kenliu@qnap.com::0035c789-ab60-4765-b1f3-5e6a9d8277ae" providerId="AD" clId="Web-{CD0DFFA8-E91A-9D56-C90A-877A91777031}" dt="2021-09-08T02:30:23.508" v="35" actId="20577"/>
          <ac:spMkLst>
            <pc:docMk/>
            <pc:sldMk cId="0" sldId="260"/>
            <ac:spMk id="143" creationId="{00000000-0000-0000-0000-000000000000}"/>
          </ac:spMkLst>
        </pc:spChg>
      </pc:sldChg>
      <pc:sldChg chg="ord">
        <pc:chgData name="Ken Liu 劉醇豐" userId="S::kenliu@qnap.com::0035c789-ab60-4765-b1f3-5e6a9d8277ae" providerId="AD" clId="Web-{CD0DFFA8-E91A-9D56-C90A-877A91777031}" dt="2021-09-08T02:33:58.419" v="64"/>
        <pc:sldMkLst>
          <pc:docMk/>
          <pc:sldMk cId="0" sldId="261"/>
        </pc:sldMkLst>
      </pc:sldChg>
      <pc:sldChg chg="modSp ord">
        <pc:chgData name="Ken Liu 劉醇豐" userId="S::kenliu@qnap.com::0035c789-ab60-4765-b1f3-5e6a9d8277ae" providerId="AD" clId="Web-{CD0DFFA8-E91A-9D56-C90A-877A91777031}" dt="2021-09-08T03:13:28.170" v="306" actId="20577"/>
        <pc:sldMkLst>
          <pc:docMk/>
          <pc:sldMk cId="0" sldId="262"/>
        </pc:sldMkLst>
        <pc:spChg chg="mod">
          <ac:chgData name="Ken Liu 劉醇豐" userId="S::kenliu@qnap.com::0035c789-ab60-4765-b1f3-5e6a9d8277ae" providerId="AD" clId="Web-{CD0DFFA8-E91A-9D56-C90A-877A91777031}" dt="2021-09-08T03:13:28.170" v="306" actId="20577"/>
          <ac:spMkLst>
            <pc:docMk/>
            <pc:sldMk cId="0" sldId="262"/>
            <ac:spMk id="165" creationId="{00000000-0000-0000-0000-000000000000}"/>
          </ac:spMkLst>
        </pc:spChg>
      </pc:sldChg>
      <pc:sldChg chg="ord">
        <pc:chgData name="Ken Liu 劉醇豐" userId="S::kenliu@qnap.com::0035c789-ab60-4765-b1f3-5e6a9d8277ae" providerId="AD" clId="Web-{CD0DFFA8-E91A-9D56-C90A-877A91777031}" dt="2021-09-08T03:04:37.035" v="231"/>
        <pc:sldMkLst>
          <pc:docMk/>
          <pc:sldMk cId="0" sldId="263"/>
        </pc:sldMkLst>
      </pc:sldChg>
      <pc:sldChg chg="modSp ord">
        <pc:chgData name="Ken Liu 劉醇豐" userId="S::kenliu@qnap.com::0035c789-ab60-4765-b1f3-5e6a9d8277ae" providerId="AD" clId="Web-{CD0DFFA8-E91A-9D56-C90A-877A91777031}" dt="2021-09-08T03:17:36.112" v="334" actId="20577"/>
        <pc:sldMkLst>
          <pc:docMk/>
          <pc:sldMk cId="0" sldId="264"/>
        </pc:sldMkLst>
        <pc:spChg chg="mod">
          <ac:chgData name="Ken Liu 劉醇豐" userId="S::kenliu@qnap.com::0035c789-ab60-4765-b1f3-5e6a9d8277ae" providerId="AD" clId="Web-{CD0DFFA8-E91A-9D56-C90A-877A91777031}" dt="2021-09-08T03:17:36.112" v="334" actId="20577"/>
          <ac:spMkLst>
            <pc:docMk/>
            <pc:sldMk cId="0" sldId="264"/>
            <ac:spMk id="188" creationId="{00000000-0000-0000-0000-000000000000}"/>
          </ac:spMkLst>
        </pc:spChg>
      </pc:sldChg>
      <pc:sldChg chg="delSp modSp ord">
        <pc:chgData name="Ken Liu 劉醇豐" userId="S::kenliu@qnap.com::0035c789-ab60-4765-b1f3-5e6a9d8277ae" providerId="AD" clId="Web-{CD0DFFA8-E91A-9D56-C90A-877A91777031}" dt="2021-09-08T03:14:53.890" v="310"/>
        <pc:sldMkLst>
          <pc:docMk/>
          <pc:sldMk cId="0" sldId="265"/>
        </pc:sldMkLst>
        <pc:spChg chg="mod">
          <ac:chgData name="Ken Liu 劉醇豐" userId="S::kenliu@qnap.com::0035c789-ab60-4765-b1f3-5e6a9d8277ae" providerId="AD" clId="Web-{CD0DFFA8-E91A-9D56-C90A-877A91777031}" dt="2021-09-08T02:37:00.860" v="144" actId="20577"/>
          <ac:spMkLst>
            <pc:docMk/>
            <pc:sldMk cId="0" sldId="265"/>
            <ac:spMk id="199" creationId="{00000000-0000-0000-0000-000000000000}"/>
          </ac:spMkLst>
        </pc:spChg>
        <pc:grpChg chg="del">
          <ac:chgData name="Ken Liu 劉醇豐" userId="S::kenliu@qnap.com::0035c789-ab60-4765-b1f3-5e6a9d8277ae" providerId="AD" clId="Web-{CD0DFFA8-E91A-9D56-C90A-877A91777031}" dt="2021-09-08T02:34:22.763" v="65"/>
          <ac:grpSpMkLst>
            <pc:docMk/>
            <pc:sldMk cId="0" sldId="265"/>
            <ac:grpSpMk id="200" creationId="{00000000-0000-0000-0000-000000000000}"/>
          </ac:grpSpMkLst>
        </pc:grpChg>
      </pc:sldChg>
      <pc:sldChg chg="del">
        <pc:chgData name="Ken Liu 劉醇豐" userId="S::kenliu@qnap.com::0035c789-ab60-4765-b1f3-5e6a9d8277ae" providerId="AD" clId="Web-{CD0DFFA8-E91A-9D56-C90A-877A91777031}" dt="2021-09-08T02:10:18.171" v="5"/>
        <pc:sldMkLst>
          <pc:docMk/>
          <pc:sldMk cId="0" sldId="266"/>
        </pc:sldMkLst>
      </pc:sldChg>
      <pc:sldChg chg="del">
        <pc:chgData name="Ken Liu 劉醇豐" userId="S::kenliu@qnap.com::0035c789-ab60-4765-b1f3-5e6a9d8277ae" providerId="AD" clId="Web-{CD0DFFA8-E91A-9D56-C90A-877A91777031}" dt="2021-09-08T02:10:07.405" v="2"/>
        <pc:sldMkLst>
          <pc:docMk/>
          <pc:sldMk cId="0" sldId="267"/>
        </pc:sldMkLst>
      </pc:sldChg>
      <pc:sldChg chg="del">
        <pc:chgData name="Ken Liu 劉醇豐" userId="S::kenliu@qnap.com::0035c789-ab60-4765-b1f3-5e6a9d8277ae" providerId="AD" clId="Web-{CD0DFFA8-E91A-9D56-C90A-877A91777031}" dt="2021-09-08T02:10:09.061" v="3"/>
        <pc:sldMkLst>
          <pc:docMk/>
          <pc:sldMk cId="0" sldId="268"/>
        </pc:sldMkLst>
      </pc:sldChg>
      <pc:sldChg chg="del">
        <pc:chgData name="Ken Liu 劉醇豐" userId="S::kenliu@qnap.com::0035c789-ab60-4765-b1f3-5e6a9d8277ae" providerId="AD" clId="Web-{CD0DFFA8-E91A-9D56-C90A-877A91777031}" dt="2021-09-08T02:10:15.952" v="4"/>
        <pc:sldMkLst>
          <pc:docMk/>
          <pc:sldMk cId="0" sldId="269"/>
        </pc:sldMkLst>
      </pc:sldChg>
      <pc:sldChg chg="modSp add replId">
        <pc:chgData name="Ken Liu 劉醇豐" userId="S::kenliu@qnap.com::0035c789-ab60-4765-b1f3-5e6a9d8277ae" providerId="AD" clId="Web-{CD0DFFA8-E91A-9D56-C90A-877A91777031}" dt="2021-09-08T03:20:08.677" v="414" actId="20577"/>
        <pc:sldMkLst>
          <pc:docMk/>
          <pc:sldMk cId="2128934412" sldId="307"/>
        </pc:sldMkLst>
        <pc:spChg chg="mod">
          <ac:chgData name="Ken Liu 劉醇豐" userId="S::kenliu@qnap.com::0035c789-ab60-4765-b1f3-5e6a9d8277ae" providerId="AD" clId="Web-{CD0DFFA8-E91A-9D56-C90A-877A91777031}" dt="2021-09-08T03:20:08.677" v="414" actId="20577"/>
          <ac:spMkLst>
            <pc:docMk/>
            <pc:sldMk cId="2128934412" sldId="307"/>
            <ac:spMk id="121" creationId="{00000000-0000-0000-0000-000000000000}"/>
          </ac:spMkLst>
        </pc:spChg>
      </pc:sldChg>
    </pc:docChg>
  </pc:docChgLst>
  <pc:docChgLst>
    <pc:chgData name="Ken Liu 劉醇豐" userId="S::kenliu@qnap.com::0035c789-ab60-4765-b1f3-5e6a9d8277ae" providerId="AD" clId="Web-{BB948730-EB0B-098E-0DDE-08300CC7682D}"/>
    <pc:docChg chg="modSld">
      <pc:chgData name="Ken Liu 劉醇豐" userId="S::kenliu@qnap.com::0035c789-ab60-4765-b1f3-5e6a9d8277ae" providerId="AD" clId="Web-{BB948730-EB0B-098E-0DDE-08300CC7682D}" dt="2021-09-15T03:30:59.836" v="411" actId="20577"/>
      <pc:docMkLst>
        <pc:docMk/>
      </pc:docMkLst>
      <pc:sldChg chg="modSp">
        <pc:chgData name="Ken Liu 劉醇豐" userId="S::kenliu@qnap.com::0035c789-ab60-4765-b1f3-5e6a9d8277ae" providerId="AD" clId="Web-{BB948730-EB0B-098E-0DDE-08300CC7682D}" dt="2021-09-15T03:09:44.606" v="333" actId="20577"/>
        <pc:sldMkLst>
          <pc:docMk/>
          <pc:sldMk cId="0" sldId="257"/>
        </pc:sldMkLst>
        <pc:spChg chg="mod">
          <ac:chgData name="Ken Liu 劉醇豐" userId="S::kenliu@qnap.com::0035c789-ab60-4765-b1f3-5e6a9d8277ae" providerId="AD" clId="Web-{BB948730-EB0B-098E-0DDE-08300CC7682D}" dt="2021-09-15T03:09:44.606" v="333" actId="20577"/>
          <ac:spMkLst>
            <pc:docMk/>
            <pc:sldMk cId="0" sldId="257"/>
            <ac:spMk id="114" creationId="{00000000-0000-0000-0000-000000000000}"/>
          </ac:spMkLst>
        </pc:spChg>
      </pc:sldChg>
      <pc:sldChg chg="modSp">
        <pc:chgData name="Ken Liu 劉醇豐" userId="S::kenliu@qnap.com::0035c789-ab60-4765-b1f3-5e6a9d8277ae" providerId="AD" clId="Web-{BB948730-EB0B-098E-0DDE-08300CC7682D}" dt="2021-09-15T03:17:39.585" v="408" actId="20577"/>
        <pc:sldMkLst>
          <pc:docMk/>
          <pc:sldMk cId="0" sldId="258"/>
        </pc:sldMkLst>
        <pc:spChg chg="mod">
          <ac:chgData name="Ken Liu 劉醇豐" userId="S::kenliu@qnap.com::0035c789-ab60-4765-b1f3-5e6a9d8277ae" providerId="AD" clId="Web-{BB948730-EB0B-098E-0DDE-08300CC7682D}" dt="2021-09-15T03:17:39.585" v="408" actId="20577"/>
          <ac:spMkLst>
            <pc:docMk/>
            <pc:sldMk cId="0" sldId="258"/>
            <ac:spMk id="121" creationId="{00000000-0000-0000-0000-000000000000}"/>
          </ac:spMkLst>
        </pc:spChg>
      </pc:sldChg>
      <pc:sldChg chg="modSp">
        <pc:chgData name="Ken Liu 劉醇豐" userId="S::kenliu@qnap.com::0035c789-ab60-4765-b1f3-5e6a9d8277ae" providerId="AD" clId="Web-{BB948730-EB0B-098E-0DDE-08300CC7682D}" dt="2021-09-15T03:30:59.836" v="411" actId="20577"/>
        <pc:sldMkLst>
          <pc:docMk/>
          <pc:sldMk cId="3400863367" sldId="308"/>
        </pc:sldMkLst>
        <pc:spChg chg="mod">
          <ac:chgData name="Ken Liu 劉醇豐" userId="S::kenliu@qnap.com::0035c789-ab60-4765-b1f3-5e6a9d8277ae" providerId="AD" clId="Web-{BB948730-EB0B-098E-0DDE-08300CC7682D}" dt="2021-09-15T03:30:59.836" v="411" actId="20577"/>
          <ac:spMkLst>
            <pc:docMk/>
            <pc:sldMk cId="3400863367" sldId="308"/>
            <ac:spMk id="257" creationId="{00000000-0000-0000-0000-000000000000}"/>
          </ac:spMkLst>
        </pc:spChg>
      </pc:sldChg>
      <pc:sldChg chg="modSp">
        <pc:chgData name="Ken Liu 劉醇豐" userId="S::kenliu@qnap.com::0035c789-ab60-4765-b1f3-5e6a9d8277ae" providerId="AD" clId="Web-{BB948730-EB0B-098E-0DDE-08300CC7682D}" dt="2021-09-14T09:02:30.600" v="304"/>
        <pc:sldMkLst>
          <pc:docMk/>
          <pc:sldMk cId="3304342912" sldId="310"/>
        </pc:sldMkLst>
        <pc:spChg chg="mod">
          <ac:chgData name="Ken Liu 劉醇豐" userId="S::kenliu@qnap.com::0035c789-ab60-4765-b1f3-5e6a9d8277ae" providerId="AD" clId="Web-{BB948730-EB0B-098E-0DDE-08300CC7682D}" dt="2021-09-13T07:17:18.399" v="33" actId="20577"/>
          <ac:spMkLst>
            <pc:docMk/>
            <pc:sldMk cId="3304342912" sldId="310"/>
            <ac:spMk id="17" creationId="{B788E92D-CB9C-4404-A566-0BA42E44103A}"/>
          </ac:spMkLst>
        </pc:spChg>
        <pc:graphicFrameChg chg="mod modGraphic">
          <ac:chgData name="Ken Liu 劉醇豐" userId="S::kenliu@qnap.com::0035c789-ab60-4765-b1f3-5e6a9d8277ae" providerId="AD" clId="Web-{BB948730-EB0B-098E-0DDE-08300CC7682D}" dt="2021-09-14T09:02:30.600" v="304"/>
          <ac:graphicFrameMkLst>
            <pc:docMk/>
            <pc:sldMk cId="3304342912" sldId="310"/>
            <ac:graphicFrameMk id="2" creationId="{81CBF9CF-B10C-4E6A-BD18-01AB4BD20E3A}"/>
          </ac:graphicFrameMkLst>
        </pc:graphicFrameChg>
      </pc:sldChg>
    </pc:docChg>
  </pc:docChgLst>
  <pc:docChgLst>
    <pc:chgData name="Ken Liu 劉醇豐" userId="S::kenliu@qnap.com::0035c789-ab60-4765-b1f3-5e6a9d8277ae" providerId="AD" clId="Web-{AFD5984D-F4F4-EE66-5BC4-F590DE888ACF}"/>
    <pc:docChg chg="modSld">
      <pc:chgData name="Ken Liu 劉醇豐" userId="S::kenliu@qnap.com::0035c789-ab60-4765-b1f3-5e6a9d8277ae" providerId="AD" clId="Web-{AFD5984D-F4F4-EE66-5BC4-F590DE888ACF}" dt="2021-09-08T03:33:55.279" v="57" actId="20577"/>
      <pc:docMkLst>
        <pc:docMk/>
      </pc:docMkLst>
      <pc:sldChg chg="modSp">
        <pc:chgData name="Ken Liu 劉醇豐" userId="S::kenliu@qnap.com::0035c789-ab60-4765-b1f3-5e6a9d8277ae" providerId="AD" clId="Web-{AFD5984D-F4F4-EE66-5BC4-F590DE888ACF}" dt="2021-09-08T03:31:43.745" v="7" actId="20577"/>
        <pc:sldMkLst>
          <pc:docMk/>
          <pc:sldMk cId="0" sldId="257"/>
        </pc:sldMkLst>
        <pc:spChg chg="mod">
          <ac:chgData name="Ken Liu 劉醇豐" userId="S::kenliu@qnap.com::0035c789-ab60-4765-b1f3-5e6a9d8277ae" providerId="AD" clId="Web-{AFD5984D-F4F4-EE66-5BC4-F590DE888ACF}" dt="2021-09-08T03:31:43.745" v="7" actId="20577"/>
          <ac:spMkLst>
            <pc:docMk/>
            <pc:sldMk cId="0" sldId="257"/>
            <ac:spMk id="114" creationId="{00000000-0000-0000-0000-000000000000}"/>
          </ac:spMkLst>
        </pc:spChg>
      </pc:sldChg>
      <pc:sldChg chg="modSp">
        <pc:chgData name="Ken Liu 劉醇豐" userId="S::kenliu@qnap.com::0035c789-ab60-4765-b1f3-5e6a9d8277ae" providerId="AD" clId="Web-{AFD5984D-F4F4-EE66-5BC4-F590DE888ACF}" dt="2021-09-08T03:33:41.435" v="56" actId="20577"/>
        <pc:sldMkLst>
          <pc:docMk/>
          <pc:sldMk cId="0" sldId="258"/>
        </pc:sldMkLst>
        <pc:spChg chg="mod">
          <ac:chgData name="Ken Liu 劉醇豐" userId="S::kenliu@qnap.com::0035c789-ab60-4765-b1f3-5e6a9d8277ae" providerId="AD" clId="Web-{AFD5984D-F4F4-EE66-5BC4-F590DE888ACF}" dt="2021-09-08T03:33:41.435" v="56" actId="20577"/>
          <ac:spMkLst>
            <pc:docMk/>
            <pc:sldMk cId="0" sldId="258"/>
            <ac:spMk id="121" creationId="{00000000-0000-0000-0000-000000000000}"/>
          </ac:spMkLst>
        </pc:spChg>
      </pc:sldChg>
      <pc:sldChg chg="modSp">
        <pc:chgData name="Ken Liu 劉醇豐" userId="S::kenliu@qnap.com::0035c789-ab60-4765-b1f3-5e6a9d8277ae" providerId="AD" clId="Web-{AFD5984D-F4F4-EE66-5BC4-F590DE888ACF}" dt="2021-09-08T03:33:15.215" v="50" actId="20577"/>
        <pc:sldMkLst>
          <pc:docMk/>
          <pc:sldMk cId="0" sldId="259"/>
        </pc:sldMkLst>
        <pc:spChg chg="mod">
          <ac:chgData name="Ken Liu 劉醇豐" userId="S::kenliu@qnap.com::0035c789-ab60-4765-b1f3-5e6a9d8277ae" providerId="AD" clId="Web-{AFD5984D-F4F4-EE66-5BC4-F590DE888ACF}" dt="2021-09-08T03:33:15.215" v="50" actId="20577"/>
          <ac:spMkLst>
            <pc:docMk/>
            <pc:sldMk cId="0" sldId="259"/>
            <ac:spMk id="128" creationId="{00000000-0000-0000-0000-000000000000}"/>
          </ac:spMkLst>
        </pc:spChg>
      </pc:sldChg>
      <pc:sldChg chg="modSp">
        <pc:chgData name="Ken Liu 劉醇豐" userId="S::kenliu@qnap.com::0035c789-ab60-4765-b1f3-5e6a9d8277ae" providerId="AD" clId="Web-{AFD5984D-F4F4-EE66-5BC4-F590DE888ACF}" dt="2021-09-08T03:32:17.964" v="21" actId="20577"/>
        <pc:sldMkLst>
          <pc:docMk/>
          <pc:sldMk cId="0" sldId="262"/>
        </pc:sldMkLst>
        <pc:spChg chg="mod">
          <ac:chgData name="Ken Liu 劉醇豐" userId="S::kenliu@qnap.com::0035c789-ab60-4765-b1f3-5e6a9d8277ae" providerId="AD" clId="Web-{AFD5984D-F4F4-EE66-5BC4-F590DE888ACF}" dt="2021-09-08T03:32:17.964" v="21" actId="20577"/>
          <ac:spMkLst>
            <pc:docMk/>
            <pc:sldMk cId="0" sldId="262"/>
            <ac:spMk id="165" creationId="{00000000-0000-0000-0000-000000000000}"/>
          </ac:spMkLst>
        </pc:spChg>
      </pc:sldChg>
      <pc:sldChg chg="modSp">
        <pc:chgData name="Ken Liu 劉醇豐" userId="S::kenliu@qnap.com::0035c789-ab60-4765-b1f3-5e6a9d8277ae" providerId="AD" clId="Web-{AFD5984D-F4F4-EE66-5BC4-F590DE888ACF}" dt="2021-09-08T03:32:26.058" v="26" actId="20577"/>
        <pc:sldMkLst>
          <pc:docMk/>
          <pc:sldMk cId="0" sldId="263"/>
        </pc:sldMkLst>
        <pc:spChg chg="mod">
          <ac:chgData name="Ken Liu 劉醇豐" userId="S::kenliu@qnap.com::0035c789-ab60-4765-b1f3-5e6a9d8277ae" providerId="AD" clId="Web-{AFD5984D-F4F4-EE66-5BC4-F590DE888ACF}" dt="2021-09-08T03:32:26.058" v="26" actId="20577"/>
          <ac:spMkLst>
            <pc:docMk/>
            <pc:sldMk cId="0" sldId="263"/>
            <ac:spMk id="178" creationId="{00000000-0000-0000-0000-000000000000}"/>
          </ac:spMkLst>
        </pc:spChg>
      </pc:sldChg>
      <pc:sldChg chg="modSp">
        <pc:chgData name="Ken Liu 劉醇豐" userId="S::kenliu@qnap.com::0035c789-ab60-4765-b1f3-5e6a9d8277ae" providerId="AD" clId="Web-{AFD5984D-F4F4-EE66-5BC4-F590DE888ACF}" dt="2021-09-08T03:32:31.793" v="30" actId="20577"/>
        <pc:sldMkLst>
          <pc:docMk/>
          <pc:sldMk cId="0" sldId="264"/>
        </pc:sldMkLst>
        <pc:spChg chg="mod">
          <ac:chgData name="Ken Liu 劉醇豐" userId="S::kenliu@qnap.com::0035c789-ab60-4765-b1f3-5e6a9d8277ae" providerId="AD" clId="Web-{AFD5984D-F4F4-EE66-5BC4-F590DE888ACF}" dt="2021-09-08T03:32:31.793" v="30" actId="20577"/>
          <ac:spMkLst>
            <pc:docMk/>
            <pc:sldMk cId="0" sldId="264"/>
            <ac:spMk id="188" creationId="{00000000-0000-0000-0000-000000000000}"/>
          </ac:spMkLst>
        </pc:spChg>
      </pc:sldChg>
      <pc:sldChg chg="modSp">
        <pc:chgData name="Ken Liu 劉醇豐" userId="S::kenliu@qnap.com::0035c789-ab60-4765-b1f3-5e6a9d8277ae" providerId="AD" clId="Web-{AFD5984D-F4F4-EE66-5BC4-F590DE888ACF}" dt="2021-09-08T03:33:55.279" v="57" actId="20577"/>
        <pc:sldMkLst>
          <pc:docMk/>
          <pc:sldMk cId="2128934412" sldId="307"/>
        </pc:sldMkLst>
        <pc:spChg chg="mod">
          <ac:chgData name="Ken Liu 劉醇豐" userId="S::kenliu@qnap.com::0035c789-ab60-4765-b1f3-5e6a9d8277ae" providerId="AD" clId="Web-{AFD5984D-F4F4-EE66-5BC4-F590DE888ACF}" dt="2021-09-08T03:33:55.279" v="57" actId="20577"/>
          <ac:spMkLst>
            <pc:docMk/>
            <pc:sldMk cId="2128934412" sldId="307"/>
            <ac:spMk id="121" creationId="{00000000-0000-0000-0000-000000000000}"/>
          </ac:spMkLst>
        </pc:spChg>
      </pc:sldChg>
    </pc:docChg>
  </pc:docChgLst>
  <pc:docChgLst>
    <pc:chgData name="Ken Liu 劉醇豐" userId="S::kenliu@qnap.com::0035c789-ab60-4765-b1f3-5e6a9d8277ae" providerId="AD" clId="Web-{2757C30F-EA6F-5BE2-F046-CE44DBFC7254}"/>
    <pc:docChg chg="delSld">
      <pc:chgData name="Ken Liu 劉醇豐" userId="S::kenliu@qnap.com::0035c789-ab60-4765-b1f3-5e6a9d8277ae" providerId="AD" clId="Web-{2757C30F-EA6F-5BE2-F046-CE44DBFC7254}" dt="2021-12-28T06:33:49.801" v="15"/>
      <pc:docMkLst>
        <pc:docMk/>
      </pc:docMkLst>
      <pc:sldChg chg="del">
        <pc:chgData name="Ken Liu 劉醇豐" userId="S::kenliu@qnap.com::0035c789-ab60-4765-b1f3-5e6a9d8277ae" providerId="AD" clId="Web-{2757C30F-EA6F-5BE2-F046-CE44DBFC7254}" dt="2021-12-28T06:33:49.801" v="14"/>
        <pc:sldMkLst>
          <pc:docMk/>
          <pc:sldMk cId="0" sldId="257"/>
        </pc:sldMkLst>
      </pc:sldChg>
      <pc:sldChg chg="del">
        <pc:chgData name="Ken Liu 劉醇豐" userId="S::kenliu@qnap.com::0035c789-ab60-4765-b1f3-5e6a9d8277ae" providerId="AD" clId="Web-{2757C30F-EA6F-5BE2-F046-CE44DBFC7254}" dt="2021-12-28T06:33:49.785" v="12"/>
        <pc:sldMkLst>
          <pc:docMk/>
          <pc:sldMk cId="0" sldId="258"/>
        </pc:sldMkLst>
      </pc:sldChg>
      <pc:sldChg chg="del">
        <pc:chgData name="Ken Liu 劉醇豐" userId="S::kenliu@qnap.com::0035c789-ab60-4765-b1f3-5e6a9d8277ae" providerId="AD" clId="Web-{2757C30F-EA6F-5BE2-F046-CE44DBFC7254}" dt="2021-12-28T06:33:49.801" v="13"/>
        <pc:sldMkLst>
          <pc:docMk/>
          <pc:sldMk cId="0" sldId="259"/>
        </pc:sldMkLst>
      </pc:sldChg>
      <pc:sldChg chg="del">
        <pc:chgData name="Ken Liu 劉醇豐" userId="S::kenliu@qnap.com::0035c789-ab60-4765-b1f3-5e6a9d8277ae" providerId="AD" clId="Web-{2757C30F-EA6F-5BE2-F046-CE44DBFC7254}" dt="2021-12-28T06:33:49.785" v="11"/>
        <pc:sldMkLst>
          <pc:docMk/>
          <pc:sldMk cId="2128934412" sldId="307"/>
        </pc:sldMkLst>
      </pc:sldChg>
      <pc:sldChg chg="del">
        <pc:chgData name="Ken Liu 劉醇豐" userId="S::kenliu@qnap.com::0035c789-ab60-4765-b1f3-5e6a9d8277ae" providerId="AD" clId="Web-{2757C30F-EA6F-5BE2-F046-CE44DBFC7254}" dt="2021-12-28T06:33:49.785" v="10"/>
        <pc:sldMkLst>
          <pc:docMk/>
          <pc:sldMk cId="2141819349" sldId="343"/>
        </pc:sldMkLst>
      </pc:sldChg>
      <pc:sldChg chg="del">
        <pc:chgData name="Ken Liu 劉醇豐" userId="S::kenliu@qnap.com::0035c789-ab60-4765-b1f3-5e6a9d8277ae" providerId="AD" clId="Web-{2757C30F-EA6F-5BE2-F046-CE44DBFC7254}" dt="2021-12-28T06:33:49.785" v="9"/>
        <pc:sldMkLst>
          <pc:docMk/>
          <pc:sldMk cId="801295245" sldId="345"/>
        </pc:sldMkLst>
      </pc:sldChg>
      <pc:sldChg chg="del">
        <pc:chgData name="Ken Liu 劉醇豐" userId="S::kenliu@qnap.com::0035c789-ab60-4765-b1f3-5e6a9d8277ae" providerId="AD" clId="Web-{2757C30F-EA6F-5BE2-F046-CE44DBFC7254}" dt="2021-12-28T06:33:49.785" v="7"/>
        <pc:sldMkLst>
          <pc:docMk/>
          <pc:sldMk cId="1563110343" sldId="350"/>
        </pc:sldMkLst>
      </pc:sldChg>
      <pc:sldChg chg="del">
        <pc:chgData name="Ken Liu 劉醇豐" userId="S::kenliu@qnap.com::0035c789-ab60-4765-b1f3-5e6a9d8277ae" providerId="AD" clId="Web-{2757C30F-EA6F-5BE2-F046-CE44DBFC7254}" dt="2021-12-28T06:33:49.785" v="6"/>
        <pc:sldMkLst>
          <pc:docMk/>
          <pc:sldMk cId="1735056020" sldId="352"/>
        </pc:sldMkLst>
      </pc:sldChg>
      <pc:sldChg chg="del">
        <pc:chgData name="Ken Liu 劉醇豐" userId="S::kenliu@qnap.com::0035c789-ab60-4765-b1f3-5e6a9d8277ae" providerId="AD" clId="Web-{2757C30F-EA6F-5BE2-F046-CE44DBFC7254}" dt="2021-12-28T06:33:49.785" v="8"/>
        <pc:sldMkLst>
          <pc:docMk/>
          <pc:sldMk cId="840187150" sldId="354"/>
        </pc:sldMkLst>
      </pc:sldChg>
      <pc:sldChg chg="del">
        <pc:chgData name="Ken Liu 劉醇豐" userId="S::kenliu@qnap.com::0035c789-ab60-4765-b1f3-5e6a9d8277ae" providerId="AD" clId="Web-{2757C30F-EA6F-5BE2-F046-CE44DBFC7254}" dt="2021-12-28T06:33:49.801" v="15"/>
        <pc:sldMkLst>
          <pc:docMk/>
          <pc:sldMk cId="1703409572" sldId="355"/>
        </pc:sldMkLst>
      </pc:sldChg>
      <pc:sldChg chg="del">
        <pc:chgData name="Ken Liu 劉醇豐" userId="S::kenliu@qnap.com::0035c789-ab60-4765-b1f3-5e6a9d8277ae" providerId="AD" clId="Web-{2757C30F-EA6F-5BE2-F046-CE44DBFC7254}" dt="2021-12-28T06:33:37.457" v="5"/>
        <pc:sldMkLst>
          <pc:docMk/>
          <pc:sldMk cId="469922108" sldId="359"/>
        </pc:sldMkLst>
      </pc:sldChg>
      <pc:sldChg chg="del">
        <pc:chgData name="Ken Liu 劉醇豐" userId="S::kenliu@qnap.com::0035c789-ab60-4765-b1f3-5e6a9d8277ae" providerId="AD" clId="Web-{2757C30F-EA6F-5BE2-F046-CE44DBFC7254}" dt="2021-12-28T06:33:37.457" v="4"/>
        <pc:sldMkLst>
          <pc:docMk/>
          <pc:sldMk cId="1236482501" sldId="360"/>
        </pc:sldMkLst>
      </pc:sldChg>
      <pc:sldChg chg="del">
        <pc:chgData name="Ken Liu 劉醇豐" userId="S::kenliu@qnap.com::0035c789-ab60-4765-b1f3-5e6a9d8277ae" providerId="AD" clId="Web-{2757C30F-EA6F-5BE2-F046-CE44DBFC7254}" dt="2021-12-28T06:33:37.457" v="3"/>
        <pc:sldMkLst>
          <pc:docMk/>
          <pc:sldMk cId="2017685289" sldId="361"/>
        </pc:sldMkLst>
      </pc:sldChg>
      <pc:sldChg chg="del">
        <pc:chgData name="Ken Liu 劉醇豐" userId="S::kenliu@qnap.com::0035c789-ab60-4765-b1f3-5e6a9d8277ae" providerId="AD" clId="Web-{2757C30F-EA6F-5BE2-F046-CE44DBFC7254}" dt="2021-12-28T06:33:37.457" v="2"/>
        <pc:sldMkLst>
          <pc:docMk/>
          <pc:sldMk cId="65692769" sldId="362"/>
        </pc:sldMkLst>
      </pc:sldChg>
      <pc:sldChg chg="del">
        <pc:chgData name="Ken Liu 劉醇豐" userId="S::kenliu@qnap.com::0035c789-ab60-4765-b1f3-5e6a9d8277ae" providerId="AD" clId="Web-{2757C30F-EA6F-5BE2-F046-CE44DBFC7254}" dt="2021-12-28T06:33:37.457" v="1"/>
        <pc:sldMkLst>
          <pc:docMk/>
          <pc:sldMk cId="1570704928" sldId="363"/>
        </pc:sldMkLst>
      </pc:sldChg>
      <pc:sldChg chg="del">
        <pc:chgData name="Ken Liu 劉醇豐" userId="S::kenliu@qnap.com::0035c789-ab60-4765-b1f3-5e6a9d8277ae" providerId="AD" clId="Web-{2757C30F-EA6F-5BE2-F046-CE44DBFC7254}" dt="2021-12-28T06:33:37.457" v="0"/>
        <pc:sldMkLst>
          <pc:docMk/>
          <pc:sldMk cId="710526480" sldId="364"/>
        </pc:sldMkLst>
      </pc:sldChg>
    </pc:docChg>
  </pc:docChgLst>
  <pc:docChgLst>
    <pc:chgData name="Ken Liu 劉醇豐" userId="S::kenliu@qnap.com::0035c789-ab60-4765-b1f3-5e6a9d8277ae" providerId="AD" clId="Web-{8E61DABC-232F-1A14-A8BE-F2576205A2A3}"/>
    <pc:docChg chg="modSld">
      <pc:chgData name="Ken Liu 劉醇豐" userId="S::kenliu@qnap.com::0035c789-ab60-4765-b1f3-5e6a9d8277ae" providerId="AD" clId="Web-{8E61DABC-232F-1A14-A8BE-F2576205A2A3}" dt="2021-09-15T06:38:08.037" v="61"/>
      <pc:docMkLst>
        <pc:docMk/>
      </pc:docMkLst>
      <pc:sldChg chg="modSp">
        <pc:chgData name="Ken Liu 劉醇豐" userId="S::kenliu@qnap.com::0035c789-ab60-4765-b1f3-5e6a9d8277ae" providerId="AD" clId="Web-{8E61DABC-232F-1A14-A8BE-F2576205A2A3}" dt="2021-09-15T06:38:08.037" v="61"/>
        <pc:sldMkLst>
          <pc:docMk/>
          <pc:sldMk cId="3304342912" sldId="310"/>
        </pc:sldMkLst>
        <pc:graphicFrameChg chg="mod modGraphic">
          <ac:chgData name="Ken Liu 劉醇豐" userId="S::kenliu@qnap.com::0035c789-ab60-4765-b1f3-5e6a9d8277ae" providerId="AD" clId="Web-{8E61DABC-232F-1A14-A8BE-F2576205A2A3}" dt="2021-09-15T06:38:08.037" v="61"/>
          <ac:graphicFrameMkLst>
            <pc:docMk/>
            <pc:sldMk cId="3304342912" sldId="310"/>
            <ac:graphicFrameMk id="2" creationId="{81CBF9CF-B10C-4E6A-BD18-01AB4BD20E3A}"/>
          </ac:graphicFrameMkLst>
        </pc:graphicFrameChg>
      </pc:sldChg>
    </pc:docChg>
  </pc:docChgLst>
  <pc:docChgLst>
    <pc:chgData name="Bruce Lan 藍柏峯" userId="S::brucelan@qnap.com::c843ea0b-74ab-4ff8-8a34-037ecdd4b898" providerId="AD" clId="Web-{8EA25277-DDCF-CF52-144B-8A1DBDAD6FC3}"/>
    <pc:docChg chg="addSld modSld">
      <pc:chgData name="Bruce Lan 藍柏峯" userId="S::brucelan@qnap.com::c843ea0b-74ab-4ff8-8a34-037ecdd4b898" providerId="AD" clId="Web-{8EA25277-DDCF-CF52-144B-8A1DBDAD6FC3}" dt="2023-12-05T04:02:51.139" v="344"/>
      <pc:docMkLst>
        <pc:docMk/>
      </pc:docMkLst>
      <pc:sldChg chg="modSp">
        <pc:chgData name="Bruce Lan 藍柏峯" userId="S::brucelan@qnap.com::c843ea0b-74ab-4ff8-8a34-037ecdd4b898" providerId="AD" clId="Web-{8EA25277-DDCF-CF52-144B-8A1DBDAD6FC3}" dt="2023-12-05T03:55:55.843" v="229" actId="20577"/>
        <pc:sldMkLst>
          <pc:docMk/>
          <pc:sldMk cId="3334846750" sldId="462"/>
        </pc:sldMkLst>
        <pc:spChg chg="mod">
          <ac:chgData name="Bruce Lan 藍柏峯" userId="S::brucelan@qnap.com::c843ea0b-74ab-4ff8-8a34-037ecdd4b898" providerId="AD" clId="Web-{8EA25277-DDCF-CF52-144B-8A1DBDAD6FC3}" dt="2023-12-05T03:55:55.843" v="229" actId="20577"/>
          <ac:spMkLst>
            <pc:docMk/>
            <pc:sldMk cId="3334846750" sldId="462"/>
            <ac:spMk id="3" creationId="{00000000-0000-0000-0000-000000000000}"/>
          </ac:spMkLst>
        </pc:spChg>
      </pc:sldChg>
      <pc:sldChg chg="modSp new">
        <pc:chgData name="Bruce Lan 藍柏峯" userId="S::brucelan@qnap.com::c843ea0b-74ab-4ff8-8a34-037ecdd4b898" providerId="AD" clId="Web-{8EA25277-DDCF-CF52-144B-8A1DBDAD6FC3}" dt="2023-12-05T03:44:46.413" v="221" actId="20577"/>
        <pc:sldMkLst>
          <pc:docMk/>
          <pc:sldMk cId="2022670063" sldId="463"/>
        </pc:sldMkLst>
        <pc:spChg chg="mod">
          <ac:chgData name="Bruce Lan 藍柏峯" userId="S::brucelan@qnap.com::c843ea0b-74ab-4ff8-8a34-037ecdd4b898" providerId="AD" clId="Web-{8EA25277-DDCF-CF52-144B-8A1DBDAD6FC3}" dt="2023-12-05T03:44:46.413" v="221" actId="20577"/>
          <ac:spMkLst>
            <pc:docMk/>
            <pc:sldMk cId="2022670063" sldId="463"/>
            <ac:spMk id="2" creationId="{A3EE19C7-8220-F944-B40E-A10837A8F64F}"/>
          </ac:spMkLst>
        </pc:spChg>
      </pc:sldChg>
      <pc:sldChg chg="modSp new">
        <pc:chgData name="Bruce Lan 藍柏峯" userId="S::brucelan@qnap.com::c843ea0b-74ab-4ff8-8a34-037ecdd4b898" providerId="AD" clId="Web-{8EA25277-DDCF-CF52-144B-8A1DBDAD6FC3}" dt="2023-12-05T04:00:10.024" v="343" actId="20577"/>
        <pc:sldMkLst>
          <pc:docMk/>
          <pc:sldMk cId="2707325177" sldId="464"/>
        </pc:sldMkLst>
        <pc:spChg chg="mod">
          <ac:chgData name="Bruce Lan 藍柏峯" userId="S::brucelan@qnap.com::c843ea0b-74ab-4ff8-8a34-037ecdd4b898" providerId="AD" clId="Web-{8EA25277-DDCF-CF52-144B-8A1DBDAD6FC3}" dt="2023-12-05T03:56:06.968" v="241" actId="20577"/>
          <ac:spMkLst>
            <pc:docMk/>
            <pc:sldMk cId="2707325177" sldId="464"/>
            <ac:spMk id="2" creationId="{93519D98-7936-77C3-29EE-BC0878FE02BF}"/>
          </ac:spMkLst>
        </pc:spChg>
        <pc:spChg chg="mod">
          <ac:chgData name="Bruce Lan 藍柏峯" userId="S::brucelan@qnap.com::c843ea0b-74ab-4ff8-8a34-037ecdd4b898" providerId="AD" clId="Web-{8EA25277-DDCF-CF52-144B-8A1DBDAD6FC3}" dt="2023-12-05T04:00:10.024" v="343" actId="20577"/>
          <ac:spMkLst>
            <pc:docMk/>
            <pc:sldMk cId="2707325177" sldId="464"/>
            <ac:spMk id="3" creationId="{4352FBA8-0070-1928-7F21-CFB2B35BCDD0}"/>
          </ac:spMkLst>
        </pc:spChg>
      </pc:sldChg>
      <pc:sldChg chg="new">
        <pc:chgData name="Bruce Lan 藍柏峯" userId="S::brucelan@qnap.com::c843ea0b-74ab-4ff8-8a34-037ecdd4b898" providerId="AD" clId="Web-{8EA25277-DDCF-CF52-144B-8A1DBDAD6FC3}" dt="2023-12-05T04:02:51.139" v="344"/>
        <pc:sldMkLst>
          <pc:docMk/>
          <pc:sldMk cId="4134594493" sldId="465"/>
        </pc:sldMkLst>
      </pc:sldChg>
    </pc:docChg>
  </pc:docChgLst>
  <pc:docChgLst>
    <pc:chgData name="Ken Liu 劉醇豐" userId="S::kenliu@qnap.com::0035c789-ab60-4765-b1f3-5e6a9d8277ae" providerId="AD" clId="Web-{DFB31F92-0AE8-5490-79CC-22C57DAC762C}"/>
    <pc:docChg chg="addSld">
      <pc:chgData name="Ken Liu 劉醇豐" userId="S::kenliu@qnap.com::0035c789-ab60-4765-b1f3-5e6a9d8277ae" providerId="AD" clId="Web-{DFB31F92-0AE8-5490-79CC-22C57DAC762C}" dt="2021-12-28T06:25:01.803" v="12"/>
      <pc:docMkLst>
        <pc:docMk/>
      </pc:docMkLst>
      <pc:sldChg chg="add">
        <pc:chgData name="Ken Liu 劉醇豐" userId="S::kenliu@qnap.com::0035c789-ab60-4765-b1f3-5e6a9d8277ae" providerId="AD" clId="Web-{DFB31F92-0AE8-5490-79CC-22C57DAC762C}" dt="2021-12-28T06:25:00.865" v="0"/>
        <pc:sldMkLst>
          <pc:docMk/>
          <pc:sldMk cId="2891765336" sldId="373"/>
        </pc:sldMkLst>
      </pc:sldChg>
      <pc:sldChg chg="add">
        <pc:chgData name="Ken Liu 劉醇豐" userId="S::kenliu@qnap.com::0035c789-ab60-4765-b1f3-5e6a9d8277ae" providerId="AD" clId="Web-{DFB31F92-0AE8-5490-79CC-22C57DAC762C}" dt="2021-12-28T06:25:00.928" v="1"/>
        <pc:sldMkLst>
          <pc:docMk/>
          <pc:sldMk cId="3539156822" sldId="374"/>
        </pc:sldMkLst>
      </pc:sldChg>
      <pc:sldChg chg="add">
        <pc:chgData name="Ken Liu 劉醇豐" userId="S::kenliu@qnap.com::0035c789-ab60-4765-b1f3-5e6a9d8277ae" providerId="AD" clId="Web-{DFB31F92-0AE8-5490-79CC-22C57DAC762C}" dt="2021-12-28T06:25:01.006" v="2"/>
        <pc:sldMkLst>
          <pc:docMk/>
          <pc:sldMk cId="1660283909" sldId="375"/>
        </pc:sldMkLst>
      </pc:sldChg>
      <pc:sldChg chg="add">
        <pc:chgData name="Ken Liu 劉醇豐" userId="S::kenliu@qnap.com::0035c789-ab60-4765-b1f3-5e6a9d8277ae" providerId="AD" clId="Web-{DFB31F92-0AE8-5490-79CC-22C57DAC762C}" dt="2021-12-28T06:25:01.068" v="3"/>
        <pc:sldMkLst>
          <pc:docMk/>
          <pc:sldMk cId="1016712867" sldId="376"/>
        </pc:sldMkLst>
      </pc:sldChg>
      <pc:sldChg chg="add">
        <pc:chgData name="Ken Liu 劉醇豐" userId="S::kenliu@qnap.com::0035c789-ab60-4765-b1f3-5e6a9d8277ae" providerId="AD" clId="Web-{DFB31F92-0AE8-5490-79CC-22C57DAC762C}" dt="2021-12-28T06:25:01.115" v="4"/>
        <pc:sldMkLst>
          <pc:docMk/>
          <pc:sldMk cId="2853264181" sldId="377"/>
        </pc:sldMkLst>
      </pc:sldChg>
      <pc:sldChg chg="add">
        <pc:chgData name="Ken Liu 劉醇豐" userId="S::kenliu@qnap.com::0035c789-ab60-4765-b1f3-5e6a9d8277ae" providerId="AD" clId="Web-{DFB31F92-0AE8-5490-79CC-22C57DAC762C}" dt="2021-12-28T06:25:01.209" v="5"/>
        <pc:sldMkLst>
          <pc:docMk/>
          <pc:sldMk cId="901785632" sldId="378"/>
        </pc:sldMkLst>
      </pc:sldChg>
      <pc:sldChg chg="add">
        <pc:chgData name="Ken Liu 劉醇豐" userId="S::kenliu@qnap.com::0035c789-ab60-4765-b1f3-5e6a9d8277ae" providerId="AD" clId="Web-{DFB31F92-0AE8-5490-79CC-22C57DAC762C}" dt="2021-12-28T06:25:01.271" v="6"/>
        <pc:sldMkLst>
          <pc:docMk/>
          <pc:sldMk cId="2826067139" sldId="379"/>
        </pc:sldMkLst>
      </pc:sldChg>
      <pc:sldChg chg="add">
        <pc:chgData name="Ken Liu 劉醇豐" userId="S::kenliu@qnap.com::0035c789-ab60-4765-b1f3-5e6a9d8277ae" providerId="AD" clId="Web-{DFB31F92-0AE8-5490-79CC-22C57DAC762C}" dt="2021-12-28T06:25:01.365" v="7"/>
        <pc:sldMkLst>
          <pc:docMk/>
          <pc:sldMk cId="892876109" sldId="380"/>
        </pc:sldMkLst>
      </pc:sldChg>
      <pc:sldChg chg="add">
        <pc:chgData name="Ken Liu 劉醇豐" userId="S::kenliu@qnap.com::0035c789-ab60-4765-b1f3-5e6a9d8277ae" providerId="AD" clId="Web-{DFB31F92-0AE8-5490-79CC-22C57DAC762C}" dt="2021-12-28T06:25:01.459" v="8"/>
        <pc:sldMkLst>
          <pc:docMk/>
          <pc:sldMk cId="1015318288" sldId="381"/>
        </pc:sldMkLst>
      </pc:sldChg>
      <pc:sldChg chg="add">
        <pc:chgData name="Ken Liu 劉醇豐" userId="S::kenliu@qnap.com::0035c789-ab60-4765-b1f3-5e6a9d8277ae" providerId="AD" clId="Web-{DFB31F92-0AE8-5490-79CC-22C57DAC762C}" dt="2021-12-28T06:25:01.521" v="9"/>
        <pc:sldMkLst>
          <pc:docMk/>
          <pc:sldMk cId="3341480242" sldId="382"/>
        </pc:sldMkLst>
      </pc:sldChg>
      <pc:sldChg chg="add">
        <pc:chgData name="Ken Liu 劉醇豐" userId="S::kenliu@qnap.com::0035c789-ab60-4765-b1f3-5e6a9d8277ae" providerId="AD" clId="Web-{DFB31F92-0AE8-5490-79CC-22C57DAC762C}" dt="2021-12-28T06:25:01.615" v="10"/>
        <pc:sldMkLst>
          <pc:docMk/>
          <pc:sldMk cId="538103716" sldId="383"/>
        </pc:sldMkLst>
      </pc:sldChg>
      <pc:sldChg chg="add">
        <pc:chgData name="Ken Liu 劉醇豐" userId="S::kenliu@qnap.com::0035c789-ab60-4765-b1f3-5e6a9d8277ae" providerId="AD" clId="Web-{DFB31F92-0AE8-5490-79CC-22C57DAC762C}" dt="2021-12-28T06:25:01.678" v="11"/>
        <pc:sldMkLst>
          <pc:docMk/>
          <pc:sldMk cId="2972523895" sldId="384"/>
        </pc:sldMkLst>
      </pc:sldChg>
      <pc:sldChg chg="add">
        <pc:chgData name="Ken Liu 劉醇豐" userId="S::kenliu@qnap.com::0035c789-ab60-4765-b1f3-5e6a9d8277ae" providerId="AD" clId="Web-{DFB31F92-0AE8-5490-79CC-22C57DAC762C}" dt="2021-12-28T06:25:01.803" v="12"/>
        <pc:sldMkLst>
          <pc:docMk/>
          <pc:sldMk cId="3455367512" sldId="385"/>
        </pc:sldMkLst>
      </pc:sldChg>
    </pc:docChg>
  </pc:docChgLst>
  <pc:docChgLst>
    <pc:chgData name="Ken Liu 劉醇豐" userId="S::kenliu@qnap.com::0035c789-ab60-4765-b1f3-5e6a9d8277ae" providerId="AD" clId="Web-{2E16F39E-6F48-3A67-544F-B9D3E62200EA}"/>
    <pc:docChg chg="modSld">
      <pc:chgData name="Ken Liu 劉醇豐" userId="S::kenliu@qnap.com::0035c789-ab60-4765-b1f3-5e6a9d8277ae" providerId="AD" clId="Web-{2E16F39E-6F48-3A67-544F-B9D3E62200EA}" dt="2023-12-05T04:57:47.461" v="25" actId="20577"/>
      <pc:docMkLst>
        <pc:docMk/>
      </pc:docMkLst>
      <pc:sldChg chg="modSp">
        <pc:chgData name="Ken Liu 劉醇豐" userId="S::kenliu@qnap.com::0035c789-ab60-4765-b1f3-5e6a9d8277ae" providerId="AD" clId="Web-{2E16F39E-6F48-3A67-544F-B9D3E62200EA}" dt="2023-12-05T04:57:47.461" v="25" actId="20577"/>
        <pc:sldMkLst>
          <pc:docMk/>
          <pc:sldMk cId="3334846750" sldId="462"/>
        </pc:sldMkLst>
        <pc:spChg chg="mod">
          <ac:chgData name="Ken Liu 劉醇豐" userId="S::kenliu@qnap.com::0035c789-ab60-4765-b1f3-5e6a9d8277ae" providerId="AD" clId="Web-{2E16F39E-6F48-3A67-544F-B9D3E62200EA}" dt="2023-12-05T04:57:47.461" v="25" actId="20577"/>
          <ac:spMkLst>
            <pc:docMk/>
            <pc:sldMk cId="3334846750" sldId="462"/>
            <ac:spMk id="3" creationId="{00000000-0000-0000-0000-000000000000}"/>
          </ac:spMkLst>
        </pc:spChg>
      </pc:sldChg>
    </pc:docChg>
  </pc:docChgLst>
  <pc:docChgLst>
    <pc:chgData name="Ken Liu 劉醇豐" userId="S::kenliu@qnap.com::0035c789-ab60-4765-b1f3-5e6a9d8277ae" providerId="AD" clId="Web-{773E9AA3-C53E-789B-3775-63FD5304554B}"/>
    <pc:docChg chg="modSld">
      <pc:chgData name="Ken Liu 劉醇豐" userId="S::kenliu@qnap.com::0035c789-ab60-4765-b1f3-5e6a9d8277ae" providerId="AD" clId="Web-{773E9AA3-C53E-789B-3775-63FD5304554B}" dt="2021-09-22T04:51:57.312" v="6" actId="20577"/>
      <pc:docMkLst>
        <pc:docMk/>
      </pc:docMkLst>
      <pc:sldChg chg="modSp">
        <pc:chgData name="Ken Liu 劉醇豐" userId="S::kenliu@qnap.com::0035c789-ab60-4765-b1f3-5e6a9d8277ae" providerId="AD" clId="Web-{773E9AA3-C53E-789B-3775-63FD5304554B}" dt="2021-09-22T04:51:43.671" v="2" actId="20577"/>
        <pc:sldMkLst>
          <pc:docMk/>
          <pc:sldMk cId="0" sldId="256"/>
        </pc:sldMkLst>
        <pc:spChg chg="mod">
          <ac:chgData name="Ken Liu 劉醇豐" userId="S::kenliu@qnap.com::0035c789-ab60-4765-b1f3-5e6a9d8277ae" providerId="AD" clId="Web-{773E9AA3-C53E-789B-3775-63FD5304554B}" dt="2021-09-22T04:51:43.671" v="2" actId="20577"/>
          <ac:spMkLst>
            <pc:docMk/>
            <pc:sldMk cId="0" sldId="256"/>
            <ac:spMk id="107" creationId="{00000000-0000-0000-0000-000000000000}"/>
          </ac:spMkLst>
        </pc:spChg>
      </pc:sldChg>
      <pc:sldChg chg="modSp">
        <pc:chgData name="Ken Liu 劉醇豐" userId="S::kenliu@qnap.com::0035c789-ab60-4765-b1f3-5e6a9d8277ae" providerId="AD" clId="Web-{773E9AA3-C53E-789B-3775-63FD5304554B}" dt="2021-09-22T04:51:57.312" v="6" actId="20577"/>
        <pc:sldMkLst>
          <pc:docMk/>
          <pc:sldMk cId="0" sldId="258"/>
        </pc:sldMkLst>
        <pc:spChg chg="mod">
          <ac:chgData name="Ken Liu 劉醇豐" userId="S::kenliu@qnap.com::0035c789-ab60-4765-b1f3-5e6a9d8277ae" providerId="AD" clId="Web-{773E9AA3-C53E-789B-3775-63FD5304554B}" dt="2021-09-22T04:51:57.312" v="6" actId="20577"/>
          <ac:spMkLst>
            <pc:docMk/>
            <pc:sldMk cId="0" sldId="258"/>
            <ac:spMk id="121" creationId="{00000000-0000-0000-0000-000000000000}"/>
          </ac:spMkLst>
        </pc:spChg>
      </pc:sldChg>
    </pc:docChg>
  </pc:docChgLst>
  <pc:docChgLst>
    <pc:chgData name="Bruce Lan 藍柏峯" userId="S::brucelan@qnap.com::c843ea0b-74ab-4ff8-8a34-037ecdd4b898" providerId="AD" clId="Web-{9485C679-7350-DB16-F8DA-91EABCFC1552}"/>
    <pc:docChg chg="modSld">
      <pc:chgData name="Bruce Lan 藍柏峯" userId="S::brucelan@qnap.com::c843ea0b-74ab-4ff8-8a34-037ecdd4b898" providerId="AD" clId="Web-{9485C679-7350-DB16-F8DA-91EABCFC1552}" dt="2023-12-05T04:16:24.607" v="107" actId="1076"/>
      <pc:docMkLst>
        <pc:docMk/>
      </pc:docMkLst>
      <pc:sldChg chg="addSp modSp">
        <pc:chgData name="Bruce Lan 藍柏峯" userId="S::brucelan@qnap.com::c843ea0b-74ab-4ff8-8a34-037ecdd4b898" providerId="AD" clId="Web-{9485C679-7350-DB16-F8DA-91EABCFC1552}" dt="2023-12-05T04:07:35.766" v="25" actId="1076"/>
        <pc:sldMkLst>
          <pc:docMk/>
          <pc:sldMk cId="2022670063" sldId="463"/>
        </pc:sldMkLst>
        <pc:spChg chg="mod">
          <ac:chgData name="Bruce Lan 藍柏峯" userId="S::brucelan@qnap.com::c843ea0b-74ab-4ff8-8a34-037ecdd4b898" providerId="AD" clId="Web-{9485C679-7350-DB16-F8DA-91EABCFC1552}" dt="2023-12-05T04:07:22.297" v="22" actId="20577"/>
          <ac:spMkLst>
            <pc:docMk/>
            <pc:sldMk cId="2022670063" sldId="463"/>
            <ac:spMk id="3" creationId="{4511AA8E-AD4F-0017-4844-C415E7DD1ECF}"/>
          </ac:spMkLst>
        </pc:spChg>
        <pc:picChg chg="add mod">
          <ac:chgData name="Bruce Lan 藍柏峯" userId="S::brucelan@qnap.com::c843ea0b-74ab-4ff8-8a34-037ecdd4b898" providerId="AD" clId="Web-{9485C679-7350-DB16-F8DA-91EABCFC1552}" dt="2023-12-05T04:07:35.766" v="25" actId="1076"/>
          <ac:picMkLst>
            <pc:docMk/>
            <pc:sldMk cId="2022670063" sldId="463"/>
            <ac:picMk id="4" creationId="{77DEC085-4418-0195-8C28-B2CC50F1D621}"/>
          </ac:picMkLst>
        </pc:picChg>
      </pc:sldChg>
      <pc:sldChg chg="addSp modSp">
        <pc:chgData name="Bruce Lan 藍柏峯" userId="S::brucelan@qnap.com::c843ea0b-74ab-4ff8-8a34-037ecdd4b898" providerId="AD" clId="Web-{9485C679-7350-DB16-F8DA-91EABCFC1552}" dt="2023-12-05T04:03:49.479" v="4" actId="1076"/>
        <pc:sldMkLst>
          <pc:docMk/>
          <pc:sldMk cId="2707325177" sldId="464"/>
        </pc:sldMkLst>
        <pc:picChg chg="add mod">
          <ac:chgData name="Bruce Lan 藍柏峯" userId="S::brucelan@qnap.com::c843ea0b-74ab-4ff8-8a34-037ecdd4b898" providerId="AD" clId="Web-{9485C679-7350-DB16-F8DA-91EABCFC1552}" dt="2023-12-05T04:03:49.479" v="4" actId="1076"/>
          <ac:picMkLst>
            <pc:docMk/>
            <pc:sldMk cId="2707325177" sldId="464"/>
            <ac:picMk id="4" creationId="{D8169326-E4F4-EDAD-6E4D-10AB0D3658FE}"/>
          </ac:picMkLst>
        </pc:picChg>
      </pc:sldChg>
      <pc:sldChg chg="addSp modSp">
        <pc:chgData name="Bruce Lan 藍柏峯" userId="S::brucelan@qnap.com::c843ea0b-74ab-4ff8-8a34-037ecdd4b898" providerId="AD" clId="Web-{9485C679-7350-DB16-F8DA-91EABCFC1552}" dt="2023-12-05T04:16:24.607" v="107" actId="1076"/>
        <pc:sldMkLst>
          <pc:docMk/>
          <pc:sldMk cId="4134594493" sldId="465"/>
        </pc:sldMkLst>
        <pc:spChg chg="mod">
          <ac:chgData name="Bruce Lan 藍柏峯" userId="S::brucelan@qnap.com::c843ea0b-74ab-4ff8-8a34-037ecdd4b898" providerId="AD" clId="Web-{9485C679-7350-DB16-F8DA-91EABCFC1552}" dt="2023-12-05T04:12:44.117" v="33" actId="20577"/>
          <ac:spMkLst>
            <pc:docMk/>
            <pc:sldMk cId="4134594493" sldId="465"/>
            <ac:spMk id="2" creationId="{4BED0A80-CDEF-5691-2134-A0041008DB39}"/>
          </ac:spMkLst>
        </pc:spChg>
        <pc:spChg chg="mod">
          <ac:chgData name="Bruce Lan 藍柏峯" userId="S::brucelan@qnap.com::c843ea0b-74ab-4ff8-8a34-037ecdd4b898" providerId="AD" clId="Web-{9485C679-7350-DB16-F8DA-91EABCFC1552}" dt="2023-12-05T04:15:40.403" v="103" actId="20577"/>
          <ac:spMkLst>
            <pc:docMk/>
            <pc:sldMk cId="4134594493" sldId="465"/>
            <ac:spMk id="3" creationId="{BADDBDB7-626B-845B-B55C-9A346C4D3714}"/>
          </ac:spMkLst>
        </pc:spChg>
        <pc:picChg chg="add mod">
          <ac:chgData name="Bruce Lan 藍柏峯" userId="S::brucelan@qnap.com::c843ea0b-74ab-4ff8-8a34-037ecdd4b898" providerId="AD" clId="Web-{9485C679-7350-DB16-F8DA-91EABCFC1552}" dt="2023-12-05T04:16:24.607" v="107" actId="1076"/>
          <ac:picMkLst>
            <pc:docMk/>
            <pc:sldMk cId="4134594493" sldId="465"/>
            <ac:picMk id="4" creationId="{AD23F68D-2E8E-A5D5-2C5F-E58AD6A28BAD}"/>
          </ac:picMkLst>
        </pc:picChg>
      </pc:sldChg>
    </pc:docChg>
  </pc:docChgLst>
  <pc:docChgLst>
    <pc:chgData name="Ken Liu 劉醇豐" userId="S::kenliu@qnap.com::0035c789-ab60-4765-b1f3-5e6a9d8277ae" providerId="AD" clId="Web-{F52CEBD8-6D97-538D-46A4-B534A869E4BF}"/>
    <pc:docChg chg="modSld">
      <pc:chgData name="Ken Liu 劉醇豐" userId="S::kenliu@qnap.com::0035c789-ab60-4765-b1f3-5e6a9d8277ae" providerId="AD" clId="Web-{F52CEBD8-6D97-538D-46A4-B534A869E4BF}" dt="2021-09-08T03:27:57.535" v="45" actId="20577"/>
      <pc:docMkLst>
        <pc:docMk/>
      </pc:docMkLst>
      <pc:sldChg chg="modSp">
        <pc:chgData name="Ken Liu 劉醇豐" userId="S::kenliu@qnap.com::0035c789-ab60-4765-b1f3-5e6a9d8277ae" providerId="AD" clId="Web-{F52CEBD8-6D97-538D-46A4-B534A869E4BF}" dt="2021-09-08T03:27:57.535" v="45" actId="20577"/>
        <pc:sldMkLst>
          <pc:docMk/>
          <pc:sldMk cId="0" sldId="271"/>
        </pc:sldMkLst>
        <pc:spChg chg="mod">
          <ac:chgData name="Ken Liu 劉醇豐" userId="S::kenliu@qnap.com::0035c789-ab60-4765-b1f3-5e6a9d8277ae" providerId="AD" clId="Web-{F52CEBD8-6D97-538D-46A4-B534A869E4BF}" dt="2021-09-08T03:27:57.535" v="45" actId="20577"/>
          <ac:spMkLst>
            <pc:docMk/>
            <pc:sldMk cId="0" sldId="271"/>
            <ac:spMk id="264" creationId="{00000000-0000-0000-0000-000000000000}"/>
          </ac:spMkLst>
        </pc:spChg>
      </pc:sldChg>
      <pc:sldChg chg="modSp">
        <pc:chgData name="Ken Liu 劉醇豐" userId="S::kenliu@qnap.com::0035c789-ab60-4765-b1f3-5e6a9d8277ae" providerId="AD" clId="Web-{F52CEBD8-6D97-538D-46A4-B534A869E4BF}" dt="2021-09-08T03:27:27.159" v="40" actId="20577"/>
        <pc:sldMkLst>
          <pc:docMk/>
          <pc:sldMk cId="2128934412" sldId="307"/>
        </pc:sldMkLst>
        <pc:spChg chg="mod">
          <ac:chgData name="Ken Liu 劉醇豐" userId="S::kenliu@qnap.com::0035c789-ab60-4765-b1f3-5e6a9d8277ae" providerId="AD" clId="Web-{F52CEBD8-6D97-538D-46A4-B534A869E4BF}" dt="2021-09-08T03:27:27.159" v="40" actId="20577"/>
          <ac:spMkLst>
            <pc:docMk/>
            <pc:sldMk cId="2128934412" sldId="307"/>
            <ac:spMk id="121" creationId="{00000000-0000-0000-0000-000000000000}"/>
          </ac:spMkLst>
        </pc:spChg>
      </pc:sldChg>
    </pc:docChg>
  </pc:docChgLst>
  <pc:docChgLst>
    <pc:chgData name="Bruce Lan 藍柏峯" userId="S::brucelan@qnap.com::c843ea0b-74ab-4ff8-8a34-037ecdd4b898" providerId="AD" clId="Web-{0E621685-0FC4-4112-BDD4-8604A4574FC9}"/>
    <pc:docChg chg="modSld">
      <pc:chgData name="Bruce Lan 藍柏峯" userId="S::brucelan@qnap.com::c843ea0b-74ab-4ff8-8a34-037ecdd4b898" providerId="AD" clId="Web-{0E621685-0FC4-4112-BDD4-8604A4574FC9}" dt="2021-12-15T07:24:05.260" v="0" actId="1076"/>
      <pc:docMkLst>
        <pc:docMk/>
      </pc:docMkLst>
      <pc:sldChg chg="modSp">
        <pc:chgData name="Bruce Lan 藍柏峯" userId="S::brucelan@qnap.com::c843ea0b-74ab-4ff8-8a34-037ecdd4b898" providerId="AD" clId="Web-{0E621685-0FC4-4112-BDD4-8604A4574FC9}" dt="2021-12-15T07:24:05.260" v="0" actId="1076"/>
        <pc:sldMkLst>
          <pc:docMk/>
          <pc:sldMk cId="2226572253" sldId="370"/>
        </pc:sldMkLst>
        <pc:spChg chg="mod">
          <ac:chgData name="Bruce Lan 藍柏峯" userId="S::brucelan@qnap.com::c843ea0b-74ab-4ff8-8a34-037ecdd4b898" providerId="AD" clId="Web-{0E621685-0FC4-4112-BDD4-8604A4574FC9}" dt="2021-12-15T07:24:05.260" v="0" actId="1076"/>
          <ac:spMkLst>
            <pc:docMk/>
            <pc:sldMk cId="2226572253" sldId="370"/>
            <ac:spMk id="3" creationId="{00000000-0000-0000-0000-000000000000}"/>
          </ac:spMkLst>
        </pc:spChg>
      </pc:sldChg>
    </pc:docChg>
  </pc:docChgLst>
  <pc:docChgLst>
    <pc:chgData name="Ken Liu 劉醇豐" userId="S::kenliu@qnap.com::0035c789-ab60-4765-b1f3-5e6a9d8277ae" providerId="AD" clId="Web-{C4A7F281-F55D-08D8-A2C3-6327907A24DF}"/>
    <pc:docChg chg="modSld">
      <pc:chgData name="Ken Liu 劉醇豐" userId="S::kenliu@qnap.com::0035c789-ab60-4765-b1f3-5e6a9d8277ae" providerId="AD" clId="Web-{C4A7F281-F55D-08D8-A2C3-6327907A24DF}" dt="2021-12-29T06:54:08.545" v="9" actId="1076"/>
      <pc:docMkLst>
        <pc:docMk/>
      </pc:docMkLst>
      <pc:sldChg chg="modSp">
        <pc:chgData name="Ken Liu 劉醇豐" userId="S::kenliu@qnap.com::0035c789-ab60-4765-b1f3-5e6a9d8277ae" providerId="AD" clId="Web-{C4A7F281-F55D-08D8-A2C3-6327907A24DF}" dt="2021-12-29T06:54:08.545" v="9" actId="1076"/>
        <pc:sldMkLst>
          <pc:docMk/>
          <pc:sldMk cId="1595983950" sldId="409"/>
        </pc:sldMkLst>
        <pc:spChg chg="mod">
          <ac:chgData name="Ken Liu 劉醇豐" userId="S::kenliu@qnap.com::0035c789-ab60-4765-b1f3-5e6a9d8277ae" providerId="AD" clId="Web-{C4A7F281-F55D-08D8-A2C3-6327907A24DF}" dt="2021-12-29T06:32:13.467" v="5" actId="1076"/>
          <ac:spMkLst>
            <pc:docMk/>
            <pc:sldMk cId="1595983950" sldId="409"/>
            <ac:spMk id="5" creationId="{00000000-0000-0000-0000-000000000000}"/>
          </ac:spMkLst>
        </pc:spChg>
        <pc:spChg chg="mod">
          <ac:chgData name="Ken Liu 劉醇豐" userId="S::kenliu@qnap.com::0035c789-ab60-4765-b1f3-5e6a9d8277ae" providerId="AD" clId="Web-{C4A7F281-F55D-08D8-A2C3-6327907A24DF}" dt="2021-12-29T06:54:08.545" v="9" actId="1076"/>
          <ac:spMkLst>
            <pc:docMk/>
            <pc:sldMk cId="1595983950" sldId="409"/>
            <ac:spMk id="134" creationId="{00000000-0000-0000-0000-000000000000}"/>
          </ac:spMkLst>
        </pc:spChg>
        <pc:cxnChg chg="mod">
          <ac:chgData name="Ken Liu 劉醇豐" userId="S::kenliu@qnap.com::0035c789-ab60-4765-b1f3-5e6a9d8277ae" providerId="AD" clId="Web-{C4A7F281-F55D-08D8-A2C3-6327907A24DF}" dt="2021-12-29T06:32:13.467" v="5" actId="1076"/>
          <ac:cxnSpMkLst>
            <pc:docMk/>
            <pc:sldMk cId="1595983950" sldId="409"/>
            <ac:cxnSpMk id="8" creationId="{00000000-0000-0000-0000-000000000000}"/>
          </ac:cxnSpMkLst>
        </pc:cxnChg>
        <pc:cxnChg chg="mod">
          <ac:chgData name="Ken Liu 劉醇豐" userId="S::kenliu@qnap.com::0035c789-ab60-4765-b1f3-5e6a9d8277ae" providerId="AD" clId="Web-{C4A7F281-F55D-08D8-A2C3-6327907A24DF}" dt="2021-12-29T06:32:13.467" v="5" actId="1076"/>
          <ac:cxnSpMkLst>
            <pc:docMk/>
            <pc:sldMk cId="1595983950" sldId="409"/>
            <ac:cxnSpMk id="17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3077739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093" y="0"/>
            <a:ext cx="3077739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3775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248" y="4861440"/>
            <a:ext cx="568198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9721107"/>
            <a:ext cx="3077739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093" y="9721107"/>
            <a:ext cx="3077739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710248" y="4861440"/>
            <a:ext cx="568198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1:notes"/>
          <p:cNvSpPr txBox="1">
            <a:spLocks noGrp="1"/>
          </p:cNvSpPr>
          <p:nvPr>
            <p:ph type="sldNum" idx="12"/>
          </p:nvPr>
        </p:nvSpPr>
        <p:spPr>
          <a:xfrm>
            <a:off x="4023093" y="9721107"/>
            <a:ext cx="3077739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2"/>
          <p:cNvSpPr/>
          <p:nvPr/>
        </p:nvSpPr>
        <p:spPr>
          <a:xfrm rot="10800000" flipH="1">
            <a:off x="-12700" y="-14288"/>
            <a:ext cx="9161463" cy="179388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2"/>
          <p:cNvSpPr/>
          <p:nvPr/>
        </p:nvSpPr>
        <p:spPr>
          <a:xfrm rot="10800000" flipH="1">
            <a:off x="-17463" y="6786563"/>
            <a:ext cx="9161463" cy="71437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8D8D8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D8D8D8"/>
              </a:buClr>
              <a:buSzPts val="3200"/>
              <a:buNone/>
              <a:defRPr>
                <a:solidFill>
                  <a:srgbClr val="D8D8D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/>
          <p:nvPr/>
        </p:nvSpPr>
        <p:spPr>
          <a:xfrm>
            <a:off x="0" y="0"/>
            <a:ext cx="9144000" cy="11255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3"/>
          <p:cNvSpPr/>
          <p:nvPr/>
        </p:nvSpPr>
        <p:spPr>
          <a:xfrm rot="10800000" flipH="1">
            <a:off x="-12700" y="-14288"/>
            <a:ext cx="9161463" cy="203201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3"/>
          <p:cNvSpPr/>
          <p:nvPr/>
        </p:nvSpPr>
        <p:spPr>
          <a:xfrm rot="10800000" flipH="1">
            <a:off x="-17463" y="6786563"/>
            <a:ext cx="9161463" cy="71437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rgbClr val="D8D8D8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body" idx="1"/>
          </p:nvPr>
        </p:nvSpPr>
        <p:spPr>
          <a:xfrm>
            <a:off x="457200" y="1340768"/>
            <a:ext cx="8229600" cy="4785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/>
          <p:nvPr/>
        </p:nvSpPr>
        <p:spPr>
          <a:xfrm>
            <a:off x="0" y="0"/>
            <a:ext cx="9144000" cy="14128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5"/>
          <p:cNvSpPr/>
          <p:nvPr/>
        </p:nvSpPr>
        <p:spPr>
          <a:xfrm rot="10800000" flipH="1">
            <a:off x="-12700" y="-14288"/>
            <a:ext cx="9161463" cy="203201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5"/>
          <p:cNvSpPr/>
          <p:nvPr/>
        </p:nvSpPr>
        <p:spPr>
          <a:xfrm rot="10800000" flipH="1">
            <a:off x="-17463" y="6786563"/>
            <a:ext cx="9161463" cy="71437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8D8D8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/>
          <p:nvPr/>
        </p:nvSpPr>
        <p:spPr>
          <a:xfrm>
            <a:off x="0" y="0"/>
            <a:ext cx="9144000" cy="14128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6"/>
          <p:cNvSpPr/>
          <p:nvPr/>
        </p:nvSpPr>
        <p:spPr>
          <a:xfrm rot="10800000" flipH="1">
            <a:off x="-12700" y="-14288"/>
            <a:ext cx="9161463" cy="203201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6"/>
          <p:cNvSpPr/>
          <p:nvPr/>
        </p:nvSpPr>
        <p:spPr>
          <a:xfrm rot="10800000" flipH="1">
            <a:off x="-17463" y="6786563"/>
            <a:ext cx="9161463" cy="71437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8D8D8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/>
          <p:nvPr/>
        </p:nvSpPr>
        <p:spPr>
          <a:xfrm>
            <a:off x="0" y="0"/>
            <a:ext cx="9144000" cy="14128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7"/>
          <p:cNvSpPr/>
          <p:nvPr/>
        </p:nvSpPr>
        <p:spPr>
          <a:xfrm rot="10800000" flipH="1">
            <a:off x="-12700" y="-14288"/>
            <a:ext cx="9161463" cy="203201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7"/>
          <p:cNvSpPr/>
          <p:nvPr/>
        </p:nvSpPr>
        <p:spPr>
          <a:xfrm rot="10800000" flipH="1">
            <a:off x="-17463" y="6786563"/>
            <a:ext cx="9161463" cy="71437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8D8D8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>
                <a:solidFill>
                  <a:srgbClr val="59595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>
                <a:solidFill>
                  <a:srgbClr val="59595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/>
          <p:nvPr/>
        </p:nvSpPr>
        <p:spPr>
          <a:xfrm>
            <a:off x="0" y="0"/>
            <a:ext cx="9144000" cy="14128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0"/>
          <p:cNvSpPr/>
          <p:nvPr/>
        </p:nvSpPr>
        <p:spPr>
          <a:xfrm rot="10800000" flipH="1">
            <a:off x="-12700" y="-14288"/>
            <a:ext cx="9161463" cy="203201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8D8D8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9595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11" descr="Logo-灰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79388" y="6524625"/>
            <a:ext cx="1260475" cy="21748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petstore.swagger.io/?url=https://download.qnap.com/Surveillance/QVRProAPI/qvr_pro_api_1.2.0-20210106.yaml#/Streaming%20Output%3A%20Live%20strea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10.33.68.87:8080/cgi-bin/authLogin.cgi?user=admin&amp;serviceKey=1&amp;pwd=UVZSNjE3MTA=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10.33.68.87:8080/qvrpro/camera/list?sid=njwsaj2p&amp;ver=1.2.0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ieinet.sharepoint.com/:w:/s/VideoSW1Teams/EdhplDfzhsVLrjuHbvz0OJcBmuqE8VzgIkQ2Wefcgo6QcQ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ieinet.sharepoint.com/:w:/s/VideoSW1Teams/EdhplDfzhsVLrjuHbvz0OJcBmuqE8VzgIkQ2Wefcgo6QcQ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ieinet.sharepoint.com/:w:/s/VideoSW1Teams/EdhplDfzhsVLrjuHbvz0OJcBmuqE8VzgIkQ2Wefcgo6QcQ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altLang="zh-TW">
                <a:latin typeface="Arial"/>
                <a:ea typeface="Arial"/>
                <a:cs typeface="Arial"/>
                <a:sym typeface="Arial"/>
              </a:rPr>
              <a:t>QVR</a:t>
            </a:r>
            <a:r>
              <a:rPr lang="zh-TW" alt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TW">
                <a:latin typeface="Arial"/>
                <a:ea typeface="Arial"/>
                <a:cs typeface="Arial"/>
                <a:sym typeface="Arial"/>
              </a:rPr>
              <a:t>Pro</a:t>
            </a:r>
            <a:r>
              <a:rPr lang="zh-TW" alt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TW"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lang="zh-TW" alt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TW">
                <a:latin typeface="Arial"/>
                <a:ea typeface="Arial"/>
                <a:cs typeface="Arial"/>
                <a:sym typeface="Arial"/>
              </a:rPr>
              <a:t>Elite MP4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API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zh-TW" altLang="en-US"/>
              <a:t>操作簡介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200"/>
              <a:buNone/>
            </a:pPr>
            <a:r>
              <a:rPr lang="en-US" dirty="0" smtClean="0"/>
              <a:t>2023/12/29</a:t>
            </a:r>
            <a:r>
              <a:rPr lang="en-US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Ken Liu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Integration Methods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8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SDK </a:t>
            </a:r>
            <a:r>
              <a:rPr lang="en-US" altLang="zh-TW" sz="18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Camera </a:t>
            </a:r>
            <a:r>
              <a:rPr lang="en-US" altLang="zh-TW" sz="18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Control</a:t>
            </a:r>
          </a:p>
          <a:p>
            <a:pPr lvl="1"/>
            <a:r>
              <a:rPr lang="en-US" altLang="zh-TW" sz="14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export recording files to local</a:t>
            </a:r>
          </a:p>
          <a:p>
            <a:r>
              <a:rPr lang="en-US" altLang="zh-TW" sz="18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QNAP QVR Recording Export</a:t>
            </a:r>
          </a:p>
          <a:p>
            <a:pPr lvl="1"/>
            <a:r>
              <a:rPr lang="en-US" altLang="zh-TW" sz="14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export 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recording files to NAS</a:t>
            </a:r>
          </a:p>
          <a:p>
            <a:pPr lvl="1"/>
            <a:endParaRPr lang="en-US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7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SDK Camera Control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28423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HTTP API</a:t>
            </a:r>
            <a:endParaRPr lang="en-US" altLang="zh-TW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8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swagger</a:t>
            </a:r>
            <a:endParaRPr lang="en-US" altLang="zh-TW" sz="18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lvl="1"/>
            <a:r>
              <a:rPr lang="en-US" altLang="zh-TW" sz="14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export 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recording files </a:t>
            </a:r>
            <a:r>
              <a:rPr lang="en-US" altLang="zh-TW" sz="14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to local</a:t>
            </a:r>
            <a:endParaRPr lang="en-US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lvl="2">
              <a:buSzPct val="100000"/>
            </a:pPr>
            <a:r>
              <a:rPr lang="en-US" altLang="zh-TW" sz="12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https://petstore.swagger.io/?url=https://download.qnap.com/Surveillance/QVRProAPI/qvr_pro_api_1.2.0-20210106.yaml#/Streaming%20Output%3A%20Live%20stream</a:t>
            </a:r>
            <a:endParaRPr lang="en-US" altLang="zh-TW" sz="12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859" y="2438400"/>
            <a:ext cx="5574282" cy="431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411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流程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340768"/>
            <a:ext cx="8229600" cy="5137962"/>
          </a:xfrm>
        </p:spPr>
        <p:txBody>
          <a:bodyPr/>
          <a:lstStyle/>
          <a:p>
            <a:r>
              <a:rPr lang="en-US" altLang="zh-TW" sz="18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steps</a:t>
            </a:r>
            <a:endParaRPr lang="en-US" altLang="zh-TW" sz="18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lvl="1">
              <a:buSzPct val="100000"/>
              <a:buAutoNum type="arabicPeriod"/>
            </a:pPr>
            <a:r>
              <a:rPr lang="en-US" altLang="zh-TW" sz="1400" dirty="0">
                <a:ea typeface="微軟正黑體"/>
              </a:rPr>
              <a:t>QTS</a:t>
            </a:r>
            <a:r>
              <a:rPr lang="zh-TW" altLang="en-US" sz="1400" dirty="0">
                <a:ea typeface="微軟正黑體"/>
              </a:rPr>
              <a:t> </a:t>
            </a:r>
            <a:r>
              <a:rPr lang="en-US" altLang="zh-TW" sz="1400" dirty="0" err="1" smtClean="0">
                <a:ea typeface="微軟正黑體"/>
              </a:rPr>
              <a:t>sid</a:t>
            </a:r>
            <a:endParaRPr lang="en-US" altLang="zh-TW" sz="1400" dirty="0" smtClean="0">
              <a:ea typeface="微軟正黑體"/>
            </a:endParaRPr>
          </a:p>
          <a:p>
            <a:pPr lvl="2">
              <a:buSzPct val="100000"/>
            </a:pPr>
            <a:r>
              <a:rPr lang="en-US" altLang="zh-TW" sz="1200" dirty="0" smtClean="0">
                <a:ea typeface="微軟正黑體"/>
              </a:rPr>
              <a:t>QTS</a:t>
            </a:r>
            <a:r>
              <a:rPr lang="zh-TW" altLang="en-US" sz="1200" dirty="0" smtClean="0">
                <a:ea typeface="微軟正黑體"/>
              </a:rPr>
              <a:t> 的認證</a:t>
            </a:r>
            <a:r>
              <a:rPr lang="en-US" altLang="zh-TW" sz="1200" dirty="0" smtClean="0">
                <a:ea typeface="微軟正黑體"/>
              </a:rPr>
              <a:t>(</a:t>
            </a:r>
            <a:r>
              <a:rPr lang="en-US" altLang="zh-TW" sz="1200" dirty="0" err="1" smtClean="0">
                <a:ea typeface="微軟正黑體"/>
              </a:rPr>
              <a:t>利用</a:t>
            </a:r>
            <a:r>
              <a:rPr lang="en-US" altLang="zh-TW" sz="1200" dirty="0">
                <a:solidFill>
                  <a:srgbClr val="FF0000"/>
                </a:solidFill>
                <a:ea typeface="微軟正黑體"/>
              </a:rPr>
              <a:t> /</a:t>
            </a:r>
            <a:r>
              <a:rPr lang="en-US" altLang="zh-TW" sz="1200" dirty="0" err="1">
                <a:solidFill>
                  <a:srgbClr val="FF0000"/>
                </a:solidFill>
                <a:ea typeface="微軟正黑體"/>
              </a:rPr>
              <a:t>cgi</a:t>
            </a:r>
            <a:r>
              <a:rPr lang="en-US" altLang="zh-TW" sz="1200" dirty="0">
                <a:solidFill>
                  <a:srgbClr val="FF0000"/>
                </a:solidFill>
                <a:ea typeface="微軟正黑體"/>
              </a:rPr>
              <a:t>-bin/</a:t>
            </a:r>
            <a:r>
              <a:rPr lang="en-US" altLang="zh-TW" sz="1200" dirty="0" err="1">
                <a:solidFill>
                  <a:srgbClr val="FF0000"/>
                </a:solidFill>
                <a:ea typeface="微軟正黑體"/>
              </a:rPr>
              <a:t>authLogin.cgi</a:t>
            </a:r>
            <a:r>
              <a:rPr lang="en-US" altLang="zh-TW" sz="1200" dirty="0">
                <a:solidFill>
                  <a:srgbClr val="FF0000"/>
                </a:solidFill>
                <a:ea typeface="微軟正黑體"/>
              </a:rPr>
              <a:t> </a:t>
            </a:r>
            <a:r>
              <a:rPr lang="zh-CN" altLang="en-US" sz="1200" dirty="0" smtClean="0">
                <a:ea typeface="微軟正黑體"/>
              </a:rPr>
              <a:t>取得</a:t>
            </a:r>
            <a:r>
              <a:rPr lang="zh-TW" altLang="en-US" sz="1200" dirty="0" smtClean="0">
                <a:ea typeface="微軟正黑體"/>
              </a:rPr>
              <a:t>，</a:t>
            </a:r>
            <a:r>
              <a:rPr lang="zh-CN" altLang="en-US" sz="1200" dirty="0" smtClean="0">
                <a:ea typeface="微軟正黑體"/>
              </a:rPr>
              <a:t>參考 </a:t>
            </a:r>
            <a:r>
              <a:rPr lang="en-US" altLang="zh-CN" sz="1200" dirty="0" smtClean="0">
                <a:ea typeface="微軟正黑體"/>
              </a:rPr>
              <a:t>swagger</a:t>
            </a:r>
            <a:r>
              <a:rPr lang="zh-CN" altLang="en-US" sz="1200" dirty="0" smtClean="0">
                <a:ea typeface="微軟正黑體"/>
              </a:rPr>
              <a:t> </a:t>
            </a:r>
            <a:r>
              <a:rPr lang="zh-CN" altLang="en-US" sz="1200" dirty="0">
                <a:ea typeface="微軟正黑體"/>
              </a:rPr>
              <a:t>文件</a:t>
            </a:r>
            <a:r>
              <a:rPr lang="en-US" altLang="zh-CN" sz="1200" dirty="0">
                <a:ea typeface="微軟正黑體"/>
              </a:rPr>
              <a:t>)</a:t>
            </a:r>
            <a:endParaRPr lang="en-US" altLang="zh-TW" sz="1200" dirty="0">
              <a:ea typeface="微軟正黑體"/>
            </a:endParaRPr>
          </a:p>
          <a:p>
            <a:pPr lvl="2">
              <a:buSzPct val="100000"/>
            </a:pPr>
            <a:r>
              <a:rPr lang="en-US" altLang="zh-TW" sz="1200" dirty="0" err="1" smtClean="0">
                <a:ea typeface="微軟正黑體"/>
              </a:rPr>
              <a:t>sid</a:t>
            </a:r>
            <a:endParaRPr lang="en-US" altLang="zh-TW" sz="1200" dirty="0" smtClean="0">
              <a:ea typeface="微軟正黑體"/>
            </a:endParaRPr>
          </a:p>
          <a:p>
            <a:pPr lvl="3">
              <a:buSzPct val="100000"/>
            </a:pPr>
            <a:r>
              <a:rPr lang="en-US" altLang="zh-TW" sz="1200" dirty="0">
                <a:ea typeface="微軟正黑體"/>
              </a:rPr>
              <a:t>ex: </a:t>
            </a:r>
            <a:r>
              <a:rPr lang="en-US" altLang="zh-TW" sz="1200" dirty="0" smtClean="0">
                <a:ea typeface="微軟正黑體"/>
              </a:rPr>
              <a:t>qh4gnqre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altLang="zh-TW" sz="1400" dirty="0" smtClean="0">
                <a:ea typeface="微軟正黑體"/>
              </a:rPr>
              <a:t>QVR </a:t>
            </a:r>
            <a:r>
              <a:rPr lang="en-US" altLang="zh-TW" sz="1400" dirty="0">
                <a:ea typeface="微軟正黑體"/>
              </a:rPr>
              <a:t>API version</a:t>
            </a:r>
          </a:p>
          <a:p>
            <a:pPr lvl="2">
              <a:buSzPct val="100000"/>
            </a:pPr>
            <a:r>
              <a:rPr lang="en-US" altLang="zh-TW" sz="1200" dirty="0" err="1" smtClean="0">
                <a:ea typeface="微軟正黑體"/>
              </a:rPr>
              <a:t>ver</a:t>
            </a:r>
            <a:endParaRPr lang="en-US" altLang="zh-TW" sz="1200" dirty="0" smtClean="0">
              <a:ea typeface="微軟正黑體"/>
            </a:endParaRPr>
          </a:p>
          <a:p>
            <a:pPr lvl="3">
              <a:buSzPct val="100000"/>
            </a:pPr>
            <a:r>
              <a:rPr lang="en-US" altLang="zh-TW" sz="1200" dirty="0" smtClean="0">
                <a:ea typeface="微軟正黑體"/>
              </a:rPr>
              <a:t>ex: 1.2.0</a:t>
            </a:r>
            <a:endParaRPr lang="en-US" altLang="zh-TW" sz="1200" dirty="0">
              <a:ea typeface="微軟正黑體"/>
            </a:endParaRPr>
          </a:p>
          <a:p>
            <a:pPr lvl="1">
              <a:buSzPct val="100000"/>
              <a:buAutoNum type="arabicPeriod"/>
            </a:pPr>
            <a:r>
              <a:rPr lang="en-US" altLang="zh-TW" sz="1400" dirty="0">
                <a:ea typeface="微軟正黑體"/>
              </a:rPr>
              <a:t>QVR</a:t>
            </a:r>
            <a:r>
              <a:rPr lang="zh-TW" altLang="en-US" sz="1400" dirty="0">
                <a:ea typeface="微軟正黑體"/>
              </a:rPr>
              <a:t> </a:t>
            </a:r>
            <a:r>
              <a:rPr lang="en-US" altLang="zh-TW" sz="1400" dirty="0">
                <a:ea typeface="微軟正黑體"/>
              </a:rPr>
              <a:t>camera </a:t>
            </a:r>
            <a:r>
              <a:rPr lang="en-US" altLang="zh-TW" sz="1400" dirty="0" err="1" smtClean="0">
                <a:ea typeface="微軟正黑體"/>
              </a:rPr>
              <a:t>guid</a:t>
            </a:r>
            <a:endParaRPr lang="en-US" altLang="zh-TW" sz="1400" dirty="0" smtClean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lvl="2">
              <a:buSzPct val="100000"/>
            </a:pP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QVR</a:t>
            </a:r>
            <a:r>
              <a:rPr lang="zh-TW" altLang="en-US" sz="1200" dirty="0" smtClean="0">
                <a:solidFill>
                  <a:schemeClr val="tx1"/>
                </a:solidFill>
                <a:ea typeface="微軟正黑體"/>
              </a:rPr>
              <a:t> 頻道上攝影機對應的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 </a:t>
            </a:r>
            <a:r>
              <a:rPr lang="en-US" altLang="zh-TW" sz="1200" dirty="0" err="1" smtClean="0">
                <a:solidFill>
                  <a:schemeClr val="tx1"/>
                </a:solidFill>
                <a:ea typeface="微軟正黑體"/>
              </a:rPr>
              <a:t>guid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(</a:t>
            </a:r>
            <a:r>
              <a:rPr lang="en-US" altLang="zh-TW" sz="1200" dirty="0" err="1" smtClean="0">
                <a:ea typeface="微軟正黑體"/>
              </a:rPr>
              <a:t>利用</a:t>
            </a:r>
            <a:r>
              <a:rPr lang="en-US" altLang="zh-TW" sz="1200" dirty="0" smtClean="0">
                <a:ea typeface="微軟正黑體"/>
              </a:rPr>
              <a:t> </a:t>
            </a:r>
            <a:r>
              <a:rPr lang="en-US" altLang="zh-TW" sz="1200" dirty="0" smtClean="0">
                <a:solidFill>
                  <a:srgbClr val="FF0000"/>
                </a:solidFill>
                <a:ea typeface="微軟正黑體"/>
              </a:rPr>
              <a:t>/</a:t>
            </a:r>
            <a:r>
              <a:rPr lang="en-US" altLang="zh-TW" sz="1200" dirty="0" err="1" smtClean="0">
                <a:solidFill>
                  <a:srgbClr val="FF0000"/>
                </a:solidFill>
                <a:ea typeface="微軟正黑體"/>
              </a:rPr>
              <a:t>qvrpro</a:t>
            </a:r>
            <a:r>
              <a:rPr lang="en-US" altLang="zh-TW" sz="1200" dirty="0" smtClean="0">
                <a:solidFill>
                  <a:srgbClr val="FF0000"/>
                </a:solidFill>
                <a:ea typeface="微軟正黑體"/>
              </a:rPr>
              <a:t>/camera/list </a:t>
            </a:r>
            <a:r>
              <a:rPr lang="en-US" altLang="zh-TW" sz="1200" dirty="0" err="1" smtClean="0">
                <a:ea typeface="微軟正黑體"/>
              </a:rPr>
              <a:t>取得</a:t>
            </a:r>
            <a:r>
              <a:rPr lang="zh-TW" altLang="en-US" sz="1200" dirty="0" smtClean="0">
                <a:ea typeface="微軟正黑體"/>
              </a:rPr>
              <a:t>，</a:t>
            </a:r>
            <a:r>
              <a:rPr lang="zh-CN" altLang="en-US" sz="1200" dirty="0" smtClean="0">
                <a:ea typeface="微軟正黑體"/>
              </a:rPr>
              <a:t>參考 </a:t>
            </a:r>
            <a:r>
              <a:rPr lang="en-US" altLang="zh-CN" sz="1200" dirty="0" smtClean="0">
                <a:ea typeface="微軟正黑體"/>
              </a:rPr>
              <a:t>swagger</a:t>
            </a:r>
            <a:r>
              <a:rPr lang="zh-CN" altLang="en-US" sz="1200" dirty="0" smtClean="0">
                <a:ea typeface="微軟正黑體"/>
              </a:rPr>
              <a:t> 文件</a:t>
            </a:r>
            <a:r>
              <a:rPr lang="en-US" altLang="zh-CN" sz="1200" dirty="0" smtClean="0">
                <a:ea typeface="微軟正黑體"/>
              </a:rPr>
              <a:t>)</a:t>
            </a:r>
            <a:endParaRPr lang="en-US" altLang="zh-TW" sz="1200" dirty="0" smtClean="0">
              <a:solidFill>
                <a:schemeClr val="tx1"/>
              </a:solidFill>
              <a:ea typeface="微軟正黑體"/>
            </a:endParaRPr>
          </a:p>
          <a:p>
            <a:pPr lvl="2">
              <a:buSzPct val="100000"/>
            </a:pPr>
            <a:r>
              <a:rPr lang="en-US" altLang="zh-TW" sz="1200" dirty="0" err="1" smtClean="0">
                <a:solidFill>
                  <a:schemeClr val="tx1"/>
                </a:solidFill>
                <a:ea typeface="微軟正黑體"/>
              </a:rPr>
              <a:t>guid</a:t>
            </a:r>
            <a:endParaRPr lang="en-US" altLang="zh-TW" sz="1200" dirty="0" smtClean="0">
              <a:solidFill>
                <a:schemeClr val="tx1"/>
              </a:solidFill>
              <a:ea typeface="微軟正黑體"/>
            </a:endParaRPr>
          </a:p>
          <a:p>
            <a:pPr lvl="3">
              <a:buSzPct val="100000"/>
            </a:pPr>
            <a:r>
              <a:rPr lang="en-US" altLang="zh-TW" sz="1200" dirty="0" smtClean="0">
                <a:ea typeface="微軟正黑體"/>
              </a:rPr>
              <a:t>ex: 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EE47B3107787EE47B3107787EE470000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altLang="zh-TW" sz="1400" dirty="0" smtClean="0">
                <a:ea typeface="微軟正黑體"/>
              </a:rPr>
              <a:t>QVR camera stream</a:t>
            </a:r>
          </a:p>
          <a:p>
            <a:pPr lvl="2">
              <a:buSzPct val="100000"/>
            </a:pPr>
            <a:r>
              <a:rPr lang="zh-TW" altLang="en-US" sz="12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錄影的串流</a:t>
            </a:r>
            <a:endParaRPr lang="en-US" altLang="zh-TW" sz="12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lvl="2">
              <a:buSzPct val="100000"/>
            </a:pPr>
            <a:r>
              <a:rPr lang="en-US" altLang="zh-TW" sz="1200" dirty="0" smtClean="0">
                <a:ea typeface="微軟正黑體"/>
              </a:rPr>
              <a:t>1: stream 1 || 2</a:t>
            </a:r>
            <a:r>
              <a:rPr lang="en-US" altLang="zh-TW" sz="1200" dirty="0">
                <a:ea typeface="微軟正黑體"/>
              </a:rPr>
              <a:t>: stream 2 || 3</a:t>
            </a:r>
            <a:r>
              <a:rPr lang="en-US" altLang="zh-TW" sz="1200" dirty="0" smtClean="0">
                <a:ea typeface="微軟正黑體"/>
              </a:rPr>
              <a:t>: stream 3</a:t>
            </a:r>
            <a:endParaRPr lang="en-US" altLang="zh-TW" sz="1200" dirty="0">
              <a:ea typeface="微軟正黑體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altLang="zh-TW" sz="1400" dirty="0">
                <a:ea typeface="微軟正黑體"/>
              </a:rPr>
              <a:t>UTC timestamp</a:t>
            </a:r>
          </a:p>
          <a:p>
            <a:pPr lvl="2">
              <a:buSzPct val="100000"/>
            </a:pPr>
            <a:r>
              <a:rPr lang="en-US" altLang="zh-TW" sz="1200" dirty="0" err="1">
                <a:ea typeface="微軟正黑體"/>
              </a:rPr>
              <a:t>start_time</a:t>
            </a:r>
            <a:r>
              <a:rPr lang="en-US" altLang="zh-TW" sz="1200" dirty="0">
                <a:ea typeface="微軟正黑體"/>
              </a:rPr>
              <a:t> + </a:t>
            </a:r>
            <a:r>
              <a:rPr lang="en-US" altLang="zh-TW" sz="1200" dirty="0" err="1" smtClean="0">
                <a:ea typeface="微軟正黑體"/>
              </a:rPr>
              <a:t>end_time</a:t>
            </a:r>
            <a:endParaRPr lang="en-US" altLang="zh-TW" sz="1200" dirty="0" smtClean="0">
              <a:ea typeface="微軟正黑體"/>
            </a:endParaRPr>
          </a:p>
          <a:p>
            <a:pPr lvl="3">
              <a:buSzPct val="100000"/>
            </a:pPr>
            <a:r>
              <a:rPr lang="en-US" altLang="zh-TW" sz="1200" dirty="0" err="1" smtClean="0">
                <a:ea typeface="微軟正黑體"/>
              </a:rPr>
              <a:t>單位</a:t>
            </a:r>
            <a:r>
              <a:rPr lang="en-US" altLang="zh-TW" sz="1200" dirty="0" smtClean="0">
                <a:ea typeface="微軟正黑體"/>
              </a:rPr>
              <a:t>: 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millisecond</a:t>
            </a:r>
            <a:endParaRPr lang="en-US" altLang="zh-TW" sz="1200" dirty="0">
              <a:solidFill>
                <a:schemeClr val="tx1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lvl="2">
              <a:buSzPct val="100000"/>
            </a:pPr>
            <a:r>
              <a:rPr lang="en-US" altLang="zh-TW" sz="1200" dirty="0" smtClean="0">
                <a:ea typeface="微軟正黑體"/>
              </a:rPr>
              <a:t>time </a:t>
            </a:r>
            <a:r>
              <a:rPr lang="en-US" altLang="zh-TW" sz="1200" dirty="0">
                <a:ea typeface="微軟正黑體"/>
              </a:rPr>
              <a:t>+ </a:t>
            </a:r>
            <a:r>
              <a:rPr lang="en-US" altLang="zh-TW" sz="1200" dirty="0" err="1">
                <a:ea typeface="微軟正黑體"/>
              </a:rPr>
              <a:t>pre_period</a:t>
            </a:r>
            <a:r>
              <a:rPr lang="en-US" altLang="zh-TW" sz="1200" dirty="0">
                <a:ea typeface="微軟正黑體"/>
              </a:rPr>
              <a:t> + </a:t>
            </a:r>
            <a:r>
              <a:rPr lang="en-US" altLang="zh-TW" sz="1200" dirty="0" err="1" smtClean="0">
                <a:ea typeface="微軟正黑體"/>
              </a:rPr>
              <a:t>post_period</a:t>
            </a:r>
            <a:endParaRPr lang="en-US" altLang="zh-TW" sz="1200" dirty="0" smtClean="0">
              <a:ea typeface="微軟正黑體"/>
            </a:endParaRPr>
          </a:p>
          <a:p>
            <a:pPr lvl="3">
              <a:buSzPct val="100000"/>
            </a:pPr>
            <a:r>
              <a:rPr lang="en-US" altLang="zh-TW" sz="1200" dirty="0">
                <a:solidFill>
                  <a:srgbClr val="FF0000"/>
                </a:solidFill>
                <a:ea typeface="微軟正黑體"/>
              </a:rPr>
              <a:t>deprecated(</a:t>
            </a:r>
            <a:r>
              <a:rPr lang="zh-TW" altLang="en-US" sz="1200" dirty="0">
                <a:solidFill>
                  <a:srgbClr val="FF0000"/>
                </a:solidFill>
                <a:ea typeface="微軟正黑體"/>
              </a:rPr>
              <a:t>請勿使用</a:t>
            </a:r>
            <a:r>
              <a:rPr lang="en-US" altLang="zh-TW" sz="1200" dirty="0" smtClean="0">
                <a:solidFill>
                  <a:srgbClr val="FF0000"/>
                </a:solidFill>
                <a:ea typeface="微軟正黑體"/>
              </a:rPr>
              <a:t>)</a:t>
            </a:r>
            <a:endParaRPr lang="en-US" altLang="zh-TW" sz="1200" dirty="0">
              <a:solidFill>
                <a:srgbClr val="FF0000"/>
              </a:solidFill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639397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執行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340768"/>
            <a:ext cx="8229600" cy="5137962"/>
          </a:xfrm>
        </p:spPr>
        <p:txBody>
          <a:bodyPr/>
          <a:lstStyle/>
          <a:p>
            <a:pPr>
              <a:buSzPct val="100000"/>
            </a:pPr>
            <a:r>
              <a:rPr lang="en-US" altLang="zh-TW" sz="1800" dirty="0" smtClean="0">
                <a:ea typeface="微軟正黑體"/>
              </a:rPr>
              <a:t>example</a:t>
            </a:r>
            <a:endParaRPr lang="en-US" altLang="zh-TW" sz="1800" dirty="0">
              <a:ea typeface="微軟正黑體"/>
            </a:endParaRPr>
          </a:p>
          <a:p>
            <a:pPr lvl="1">
              <a:buSzPct val="100000"/>
            </a:pPr>
            <a:r>
              <a:rPr lang="en-US" altLang="zh-TW" sz="1400" dirty="0">
                <a:ea typeface="微軟正黑體"/>
              </a:rPr>
              <a:t>stream 1</a:t>
            </a:r>
          </a:p>
          <a:p>
            <a:pPr lvl="2">
              <a:buSzPct val="100000"/>
            </a:pPr>
            <a:r>
              <a:rPr lang="en-US" altLang="zh-TW" sz="1200" dirty="0">
                <a:ea typeface="微軟正黑體"/>
              </a:rPr>
              <a:t>QVR</a:t>
            </a:r>
            <a:r>
              <a:rPr lang="zh-TW" altLang="en-US" sz="1200" dirty="0">
                <a:ea typeface="微軟正黑體"/>
              </a:rPr>
              <a:t> </a:t>
            </a:r>
            <a:r>
              <a:rPr lang="en-US" altLang="zh-TW" sz="1200" dirty="0">
                <a:ea typeface="微軟正黑體"/>
              </a:rPr>
              <a:t>Pro / QVR Elite</a:t>
            </a:r>
          </a:p>
          <a:p>
            <a:pPr lvl="3">
              <a:buSzPct val="100000"/>
            </a:pPr>
            <a:r>
              <a:rPr lang="en-US" altLang="zh-TW" sz="1200" dirty="0" smtClean="0">
                <a:ea typeface="微軟正黑體"/>
              </a:rPr>
              <a:t>http</a:t>
            </a:r>
            <a:r>
              <a:rPr lang="en-US" altLang="zh-TW" sz="1200" dirty="0">
                <a:ea typeface="微軟正黑體"/>
              </a:rPr>
              <a:t>://</a:t>
            </a:r>
            <a:r>
              <a:rPr lang="en-US" altLang="zh-TW" sz="1200" dirty="0" smtClean="0">
                <a:ea typeface="微軟正黑體"/>
              </a:rPr>
              <a:t>10.33.68.87:8080/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{</a:t>
            </a:r>
            <a:r>
              <a:rPr lang="en-US" altLang="zh-TW" sz="1200" dirty="0" smtClean="0">
                <a:solidFill>
                  <a:srgbClr val="FF0000"/>
                </a:solidFill>
                <a:ea typeface="微軟正黑體"/>
              </a:rPr>
              <a:t>qvrpro, </a:t>
            </a:r>
            <a:r>
              <a:rPr lang="en-US" altLang="zh-TW" sz="1200" dirty="0" err="1" smtClean="0">
                <a:solidFill>
                  <a:srgbClr val="FF0000"/>
                </a:solidFill>
                <a:ea typeface="微軟正黑體"/>
              </a:rPr>
              <a:t>qvrelite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}</a:t>
            </a:r>
            <a:r>
              <a:rPr lang="en-US" altLang="zh-TW" sz="1200" dirty="0" smtClean="0">
                <a:ea typeface="微軟正黑體"/>
              </a:rPr>
              <a:t>/camera/</a:t>
            </a:r>
            <a:r>
              <a:rPr lang="en-US" altLang="zh-TW" sz="1200" dirty="0" err="1" smtClean="0">
                <a:ea typeface="微軟正黑體"/>
              </a:rPr>
              <a:t>recordingfile</a:t>
            </a:r>
            <a:r>
              <a:rPr lang="en-US" altLang="zh-TW" sz="1200" dirty="0" smtClean="0">
                <a:ea typeface="微軟正黑體"/>
              </a:rPr>
              <a:t>/</a:t>
            </a:r>
            <a:br>
              <a:rPr lang="en-US" altLang="zh-TW" sz="1200" dirty="0" smtClean="0">
                <a:ea typeface="微軟正黑體"/>
              </a:rPr>
            </a:br>
            <a:r>
              <a:rPr lang="en-US" altLang="zh-TW" sz="1200" dirty="0" smtClean="0">
                <a:solidFill>
                  <a:srgbClr val="FF0000"/>
                </a:solidFill>
                <a:ea typeface="微軟正黑體"/>
              </a:rPr>
              <a:t>EE47B3107787EE47B3107787EE470000</a:t>
            </a:r>
            <a:r>
              <a:rPr lang="en-US" altLang="zh-TW" sz="1200" dirty="0" smtClean="0">
                <a:ea typeface="微軟正黑體"/>
              </a:rPr>
              <a:t>/</a:t>
            </a:r>
            <a:r>
              <a:rPr lang="en-US" altLang="zh-TW" sz="1200" dirty="0" smtClean="0">
                <a:solidFill>
                  <a:srgbClr val="FF0000"/>
                </a:solidFill>
                <a:ea typeface="微軟正黑體"/>
              </a:rPr>
              <a:t>1</a:t>
            </a:r>
            <a:r>
              <a:rPr lang="en-US" altLang="zh-TW" sz="1200" dirty="0">
                <a:ea typeface="微軟正黑體"/>
              </a:rPr>
              <a:t>?</a:t>
            </a:r>
            <a:r>
              <a:rPr lang="en-US" altLang="zh-TW" sz="12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/>
            </a:r>
            <a:br>
              <a:rPr lang="en-US" altLang="zh-TW" sz="12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lang="en-US" altLang="zh-TW" sz="1200" dirty="0" err="1" smtClean="0">
                <a:ea typeface="微軟正黑體"/>
              </a:rPr>
              <a:t>sid</a:t>
            </a:r>
            <a:r>
              <a:rPr lang="en-US" altLang="zh-TW" sz="1200" dirty="0" smtClean="0">
                <a:ea typeface="微軟正黑體"/>
              </a:rPr>
              <a:t>=</a:t>
            </a:r>
            <a:r>
              <a:rPr lang="en-US" altLang="zh-TW" sz="1200" dirty="0" smtClean="0">
                <a:solidFill>
                  <a:srgbClr val="FF0000"/>
                </a:solidFill>
                <a:ea typeface="微軟正黑體"/>
              </a:rPr>
              <a:t>qh4gnqre</a:t>
            </a:r>
            <a:r>
              <a:rPr lang="en-US" altLang="zh-TW" sz="1200" dirty="0" smtClean="0">
                <a:ea typeface="微軟正黑體"/>
              </a:rPr>
              <a:t>&amp;ver=</a:t>
            </a:r>
            <a:r>
              <a:rPr lang="en-US" altLang="zh-TW" sz="1200" dirty="0" smtClean="0">
                <a:solidFill>
                  <a:srgbClr val="FF0000"/>
                </a:solidFill>
                <a:ea typeface="微軟正黑體"/>
              </a:rPr>
              <a:t>1.2.0</a:t>
            </a:r>
            <a:r>
              <a:rPr lang="en-US" altLang="zh-TW" sz="1200" dirty="0" smtClean="0">
                <a:ea typeface="微軟正黑體"/>
              </a:rPr>
              <a:t>&amp;start_time=</a:t>
            </a:r>
            <a:r>
              <a:rPr lang="en-US" altLang="zh-TW" sz="1200" dirty="0" smtClean="0">
                <a:solidFill>
                  <a:srgbClr val="FF0000"/>
                </a:solidFill>
                <a:ea typeface="微軟正黑體"/>
              </a:rPr>
              <a:t>1701677700000</a:t>
            </a:r>
            <a:r>
              <a:rPr lang="en-US" altLang="zh-TW" sz="1200" dirty="0" smtClean="0">
                <a:ea typeface="微軟正黑體"/>
              </a:rPr>
              <a:t>&amp;end_time=</a:t>
            </a:r>
            <a:r>
              <a:rPr lang="en-US" altLang="zh-TW" sz="1200" dirty="0" smtClean="0">
                <a:solidFill>
                  <a:srgbClr val="FF0000"/>
                </a:solidFill>
                <a:ea typeface="微軟正黑體"/>
              </a:rPr>
              <a:t>1701677760000</a:t>
            </a:r>
            <a:endParaRPr lang="en-US" altLang="zh-TW" sz="1200" dirty="0">
              <a:solidFill>
                <a:srgbClr val="FF0000"/>
              </a:solidFill>
              <a:ea typeface="微軟正黑體"/>
            </a:endParaRPr>
          </a:p>
        </p:txBody>
      </p:sp>
      <p:pic>
        <p:nvPicPr>
          <p:cNvPr id="4" name="圖片 3" descr="一張含有 文字, 螢幕擷取畫面, 軟體, 電腦圖示 的圖片&#10;&#10;自動產生的描述">
            <a:extLst>
              <a:ext uri="{FF2B5EF4-FFF2-40B4-BE49-F238E27FC236}">
                <a16:creationId xmlns:a16="http://schemas.microsoft.com/office/drawing/2014/main" id="{77DEC085-4418-0195-8C28-B2CC50F1D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07" y="3414410"/>
            <a:ext cx="8932186" cy="113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546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519D98-7936-77C3-29EE-BC0878FE0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如何</a:t>
            </a:r>
            <a:r>
              <a:rPr lang="zh-TW" altLang="en-US" dirty="0" smtClean="0"/>
              <a:t>取得 </a:t>
            </a:r>
            <a:r>
              <a:rPr lang="en-US" altLang="zh-TW" dirty="0" smtClean="0"/>
              <a:t>QTS</a:t>
            </a:r>
            <a:r>
              <a:rPr lang="zh-TW" altLang="en-US" dirty="0" smtClean="0"/>
              <a:t> </a:t>
            </a:r>
            <a:r>
              <a:rPr lang="zh-TW" altLang="en-US" dirty="0"/>
              <a:t>sid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352FBA8-0070-1928-7F21-CFB2B35BCD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zh-TW" sz="1800" dirty="0" smtClean="0"/>
              <a:t>e</a:t>
            </a:r>
            <a:r>
              <a:rPr lang="zh-TW" altLang="en-US" sz="1800" dirty="0" smtClean="0"/>
              <a:t>xample</a:t>
            </a:r>
            <a:endParaRPr lang="en-US" altLang="zh-TW" sz="1800" dirty="0"/>
          </a:p>
          <a:p>
            <a:pPr lvl="1">
              <a:buSzPct val="100000"/>
            </a:pPr>
            <a:r>
              <a:rPr lang="zh-TW" sz="1400" dirty="0" smtClean="0">
                <a:hlinkClick r:id="rId2"/>
              </a:rPr>
              <a:t>http</a:t>
            </a:r>
            <a:r>
              <a:rPr lang="zh-TW" sz="1400" dirty="0">
                <a:hlinkClick r:id="rId2"/>
              </a:rPr>
              <a:t>://10.33.68.87:8080/cgi-bin/authLogin.cgi</a:t>
            </a:r>
            <a:r>
              <a:rPr lang="zh-TW" sz="1400" dirty="0" smtClean="0">
                <a:hlinkClick r:id="rId2"/>
              </a:rPr>
              <a:t>?</a:t>
            </a:r>
            <a:r>
              <a:rPr lang="en-US" altLang="zh-TW" sz="1400" dirty="0" smtClean="0">
                <a:hlinkClick r:id="rId2"/>
              </a:rPr>
              <a:t/>
            </a:r>
            <a:br>
              <a:rPr lang="en-US" altLang="zh-TW" sz="1400" dirty="0" smtClean="0">
                <a:hlinkClick r:id="rId2"/>
              </a:rPr>
            </a:br>
            <a:r>
              <a:rPr lang="zh-TW" sz="1400" dirty="0" smtClean="0">
                <a:hlinkClick r:id="rId2"/>
              </a:rPr>
              <a:t>user</a:t>
            </a:r>
            <a:r>
              <a:rPr lang="zh-TW" sz="1400" dirty="0">
                <a:hlinkClick r:id="rId2"/>
              </a:rPr>
              <a:t>=admin&amp;serviceKey=1&amp;pwd=UVZSNjE3MTA=</a:t>
            </a:r>
            <a:endParaRPr lang="zh-TW" altLang="en-US" sz="1400" dirty="0"/>
          </a:p>
          <a:p>
            <a:pPr lvl="1">
              <a:buAutoNum type="arabicPeriod"/>
            </a:pPr>
            <a:endParaRPr lang="zh-TW" sz="1400" dirty="0"/>
          </a:p>
        </p:txBody>
      </p:sp>
      <p:pic>
        <p:nvPicPr>
          <p:cNvPr id="4" name="圖片 3" descr="一張含有 文字, 螢幕擷取畫面, 軟體, 電腦圖示 的圖片&#10;&#10;自動產生的描述">
            <a:extLst>
              <a:ext uri="{FF2B5EF4-FFF2-40B4-BE49-F238E27FC236}">
                <a16:creationId xmlns:a16="http://schemas.microsoft.com/office/drawing/2014/main" id="{D8169326-E4F4-EDAD-6E4D-10AB0D365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677" y="2274898"/>
            <a:ext cx="4834646" cy="4412435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6989323" y="2274898"/>
            <a:ext cx="17704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SzPct val="100000"/>
            </a:pPr>
            <a:r>
              <a:rPr lang="zh-TW" altLang="en-US" dirty="0" smtClean="0"/>
              <a:t>user</a:t>
            </a:r>
            <a:r>
              <a:rPr lang="en-US" altLang="zh-TW" dirty="0" smtClean="0"/>
              <a:t>: </a:t>
            </a:r>
            <a:r>
              <a:rPr lang="zh-TW" altLang="en-US" dirty="0" smtClean="0"/>
              <a:t>使用者名稱</a:t>
            </a:r>
            <a:endParaRPr lang="zh-TW" altLang="en-US" dirty="0"/>
          </a:p>
          <a:p>
            <a:pPr lvl="1">
              <a:buSzPct val="100000"/>
            </a:pPr>
            <a:r>
              <a:rPr lang="en-US" altLang="zh-TW" dirty="0"/>
              <a:t>s</a:t>
            </a:r>
            <a:r>
              <a:rPr lang="zh-TW" altLang="en-US" dirty="0" smtClean="0"/>
              <a:t>erviceKey</a:t>
            </a:r>
            <a:r>
              <a:rPr lang="en-US" altLang="zh-TW" dirty="0" smtClean="0"/>
              <a:t>: </a:t>
            </a:r>
            <a:r>
              <a:rPr lang="zh-TW" altLang="en-US" dirty="0" smtClean="0"/>
              <a:t>指定1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/>
              <a:t>p</a:t>
            </a:r>
            <a:r>
              <a:rPr lang="zh-TW" altLang="en-US" dirty="0" smtClean="0"/>
              <a:t>wd</a:t>
            </a:r>
            <a:r>
              <a:rPr lang="en-US" altLang="zh-TW" dirty="0" smtClean="0"/>
              <a:t>: </a:t>
            </a:r>
            <a:r>
              <a:rPr lang="zh-TW" altLang="en-US" dirty="0" smtClean="0"/>
              <a:t>B</a:t>
            </a:r>
            <a:r>
              <a:rPr lang="zh-TW" altLang="en-US" dirty="0"/>
              <a:t>ASE64 加</a:t>
            </a:r>
            <a:r>
              <a:rPr lang="zh-TW" altLang="en-US" dirty="0" smtClean="0"/>
              <a:t>密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65243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ED0A80-CDEF-5691-2134-A0041008D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如何取得 </a:t>
            </a:r>
            <a:r>
              <a:rPr lang="en-US" altLang="zh-TW" dirty="0" smtClean="0"/>
              <a:t>QVR</a:t>
            </a:r>
            <a:r>
              <a:rPr lang="zh-TW" altLang="en-US" dirty="0" smtClean="0"/>
              <a:t> </a:t>
            </a:r>
            <a:r>
              <a:rPr lang="zh-TW" altLang="en-US" dirty="0"/>
              <a:t>camera guid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ADDBDB7-626B-845B-B55C-9A346C4D3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zh-TW" sz="1800" dirty="0" smtClean="0"/>
              <a:t>e</a:t>
            </a:r>
            <a:r>
              <a:rPr lang="zh-TW" altLang="en-US" sz="1800" dirty="0" smtClean="0"/>
              <a:t>xample</a:t>
            </a:r>
            <a:endParaRPr lang="en-US" altLang="zh-TW" sz="1800" dirty="0" smtClean="0"/>
          </a:p>
          <a:p>
            <a:pPr lvl="1">
              <a:buSzPct val="100000"/>
            </a:pPr>
            <a:r>
              <a:rPr lang="en-US" altLang="zh-TW" sz="1400" dirty="0" smtClean="0">
                <a:hlinkClick r:id="rId2"/>
              </a:rPr>
              <a:t>http</a:t>
            </a:r>
            <a:r>
              <a:rPr lang="en-US" altLang="zh-TW" sz="1400" dirty="0">
                <a:hlinkClick r:id="rId2"/>
              </a:rPr>
              <a:t>://</a:t>
            </a:r>
            <a:r>
              <a:rPr lang="en-US" altLang="zh-TW" sz="1400" dirty="0" smtClean="0">
                <a:hlinkClick r:id="rId2"/>
              </a:rPr>
              <a:t>10.33.68.87:8080/qvrpro/camera/list?sid=njwsaj2p&amp;ver=1.2.0</a:t>
            </a:r>
            <a:endParaRPr lang="en-US" altLang="zh-TW" sz="1400" dirty="0" smtClean="0"/>
          </a:p>
        </p:txBody>
      </p:sp>
      <p:pic>
        <p:nvPicPr>
          <p:cNvPr id="4" name="圖片 3" descr="一張含有 文字, 螢幕擷取畫面, 數字, 字型 的圖片&#10;&#10;自動產生的描述">
            <a:extLst>
              <a:ext uri="{FF2B5EF4-FFF2-40B4-BE49-F238E27FC236}">
                <a16:creationId xmlns:a16="http://schemas.microsoft.com/office/drawing/2014/main" id="{AD23F68D-2E8E-A5D5-2C5F-E58AD6A28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6653" y="2052449"/>
            <a:ext cx="4238827" cy="4601017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6692325" y="2052449"/>
            <a:ext cx="1937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SzPct val="100000"/>
            </a:pPr>
            <a:r>
              <a:rPr lang="en-US" altLang="zh-TW" dirty="0" err="1" smtClean="0"/>
              <a:t>sid</a:t>
            </a:r>
            <a:r>
              <a:rPr lang="en-US" altLang="zh-TW" dirty="0" smtClean="0"/>
              <a:t>: QTS</a:t>
            </a:r>
            <a:r>
              <a:rPr lang="zh-TW" altLang="en-US" dirty="0" smtClean="0"/>
              <a:t> </a:t>
            </a:r>
            <a:r>
              <a:rPr lang="en-US" altLang="zh-TW" dirty="0" err="1" smtClean="0"/>
              <a:t>sid</a:t>
            </a:r>
            <a:endParaRPr lang="zh-TW" altLang="en-US" dirty="0" smtClean="0"/>
          </a:p>
          <a:p>
            <a:pPr lvl="1">
              <a:buSzPct val="100000"/>
            </a:pPr>
            <a:r>
              <a:rPr lang="en-US" altLang="zh-TW" dirty="0" err="1" smtClean="0"/>
              <a:t>ver</a:t>
            </a:r>
            <a:r>
              <a:rPr lang="en-US" altLang="zh-TW" dirty="0" smtClean="0"/>
              <a:t>: QVR </a:t>
            </a:r>
            <a:r>
              <a:rPr lang="en-US" altLang="zh-TW" dirty="0"/>
              <a:t>API </a:t>
            </a:r>
            <a:r>
              <a:rPr lang="en-US" altLang="zh-TW" dirty="0" smtClean="0"/>
              <a:t>version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134594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ED0A80-CDEF-5691-2134-A0041008D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</a:t>
            </a:r>
            <a:r>
              <a:rPr lang="zh-TW" altLang="en-US" dirty="0" smtClean="0"/>
              <a:t> </a:t>
            </a:r>
            <a:r>
              <a:rPr lang="en-US" altLang="zh-TW" dirty="0" smtClean="0"/>
              <a:t>&amp;</a:t>
            </a:r>
            <a:r>
              <a:rPr lang="zh-TW" altLang="en-US" dirty="0" smtClean="0"/>
              <a:t> </a:t>
            </a:r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ADDBDB7-626B-845B-B55C-9A346C4D3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SzPct val="100000"/>
            </a:pPr>
            <a:r>
              <a:rPr lang="zh-TW" altLang="en-US" sz="1800" dirty="0"/>
              <a:t>匯出</a:t>
            </a:r>
            <a:r>
              <a:rPr lang="zh-TW" altLang="en-US" sz="1800" dirty="0" smtClean="0"/>
              <a:t>的間格</a:t>
            </a:r>
            <a:endParaRPr lang="en-US" altLang="zh-TW" sz="1800" dirty="0" smtClean="0"/>
          </a:p>
          <a:p>
            <a:pPr lvl="1">
              <a:buSzPct val="100000"/>
            </a:pPr>
            <a:r>
              <a:rPr lang="zh-TW" altLang="en-US" sz="1400" dirty="0" smtClean="0"/>
              <a:t>一分鐘後再進行下一次的 </a:t>
            </a:r>
            <a:r>
              <a:rPr lang="en-US" altLang="zh-TW" sz="1400" dirty="0" smtClean="0"/>
              <a:t>export</a:t>
            </a:r>
            <a:endParaRPr lang="en-US" altLang="zh-TW" sz="1400" dirty="0"/>
          </a:p>
          <a:p>
            <a:pPr>
              <a:buSzPct val="100000"/>
            </a:pPr>
            <a:r>
              <a:rPr lang="zh-TW" altLang="en-US" sz="1800" dirty="0"/>
              <a:t>匯出的</a:t>
            </a:r>
            <a:r>
              <a:rPr lang="zh-TW" altLang="en-US" sz="1800" dirty="0" smtClean="0"/>
              <a:t>區間有 </a:t>
            </a:r>
            <a:r>
              <a:rPr lang="en-US" altLang="zh-TW" sz="1800" dirty="0" smtClean="0"/>
              <a:t>a.mp4 / b.mp4 / c.mp4</a:t>
            </a:r>
            <a:endParaRPr lang="en-US" altLang="zh-TW" sz="1800" dirty="0"/>
          </a:p>
          <a:p>
            <a:pPr lvl="1">
              <a:buSzPct val="100000"/>
            </a:pPr>
            <a:r>
              <a:rPr lang="zh-TW" altLang="en-US" sz="1400" dirty="0" smtClean="0"/>
              <a:t>僅提供第一個 </a:t>
            </a:r>
            <a:r>
              <a:rPr lang="en-US" altLang="zh-TW" sz="1400" dirty="0" smtClean="0"/>
              <a:t>a.mp4</a:t>
            </a:r>
          </a:p>
          <a:p>
            <a:pPr lvl="1">
              <a:buSzPct val="100000"/>
            </a:pPr>
            <a:r>
              <a:rPr lang="zh-TW" altLang="en-US" sz="1400" dirty="0" smtClean="0"/>
              <a:t>建議用</a:t>
            </a:r>
            <a:r>
              <a:rPr lang="zh-TW" altLang="en-US" sz="1400" dirty="0"/>
              <a:t>分</a:t>
            </a:r>
            <a:r>
              <a:rPr lang="zh-TW" altLang="en-US" sz="1400" dirty="0" smtClean="0"/>
              <a:t>段詢問的方式進行 </a:t>
            </a:r>
            <a:r>
              <a:rPr lang="en-US" altLang="zh-TW" sz="1400" dirty="0" smtClean="0"/>
              <a:t>export</a:t>
            </a:r>
          </a:p>
          <a:p>
            <a:pPr lvl="2">
              <a:buSzPct val="100000"/>
            </a:pPr>
            <a:r>
              <a:rPr lang="en-US" altLang="zh-TW" sz="1200" dirty="0" smtClean="0"/>
              <a:t>ex</a:t>
            </a:r>
          </a:p>
          <a:p>
            <a:pPr lvl="3">
              <a:buSzPct val="100000"/>
            </a:pPr>
            <a:r>
              <a:rPr lang="en-US" altLang="zh-TW" sz="1200" dirty="0" smtClean="0"/>
              <a:t>2023/12/05 00:00:00~00:01:00</a:t>
            </a:r>
          </a:p>
          <a:p>
            <a:pPr lvl="3">
              <a:buSzPct val="100000"/>
            </a:pPr>
            <a:r>
              <a:rPr lang="en-US" altLang="zh-TW" sz="1200" dirty="0"/>
              <a:t>2023/12/05 </a:t>
            </a:r>
            <a:r>
              <a:rPr lang="en-US" altLang="zh-TW" sz="1200" dirty="0" smtClean="0"/>
              <a:t>00:01:00~00:02:00</a:t>
            </a:r>
          </a:p>
          <a:p>
            <a:pPr lvl="3">
              <a:buSzPct val="100000"/>
            </a:pPr>
            <a:r>
              <a:rPr lang="en-US" altLang="zh-TW" sz="1200" dirty="0" smtClean="0"/>
              <a:t>…</a:t>
            </a:r>
          </a:p>
          <a:p>
            <a:pPr lvl="3">
              <a:buSzPct val="100000"/>
            </a:pPr>
            <a:r>
              <a:rPr lang="en-US" altLang="zh-TW" sz="1200" dirty="0"/>
              <a:t>2023/12/05 </a:t>
            </a:r>
            <a:r>
              <a:rPr lang="en-US" altLang="zh-TW" sz="1200" dirty="0" smtClean="0"/>
              <a:t>00:59:00~01:00:00</a:t>
            </a:r>
          </a:p>
          <a:p>
            <a:pPr lvl="2">
              <a:buSzPct val="100000"/>
            </a:pPr>
            <a:r>
              <a:rPr lang="zh-TW" altLang="en-US" sz="1200" dirty="0"/>
              <a:t>需改善</a:t>
            </a:r>
            <a:r>
              <a:rPr lang="zh-TW" altLang="en-US" sz="1200" dirty="0" smtClean="0"/>
              <a:t>的部分再討論</a:t>
            </a:r>
            <a:endParaRPr lang="en-US" altLang="zh-TW" sz="1200" dirty="0" smtClean="0"/>
          </a:p>
        </p:txBody>
      </p:sp>
    </p:spTree>
    <p:extLst>
      <p:ext uri="{BB962C8B-B14F-4D97-AF65-F5344CB8AC3E}">
        <p14:creationId xmlns:p14="http://schemas.microsoft.com/office/powerpoint/2010/main" val="4267073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QNAP QVR Recording Export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57094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HTTP API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8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document</a:t>
            </a:r>
            <a:endParaRPr lang="en-US" altLang="zh-TW" sz="18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lvl="1"/>
            <a:r>
              <a:rPr lang="en-US" altLang="zh-TW" sz="14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export recording files to NAS</a:t>
            </a:r>
            <a:endParaRPr lang="en-US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lvl="2">
              <a:buSzPct val="100000"/>
            </a:pPr>
            <a:r>
              <a:rPr lang="en-US" altLang="zh-TW" sz="12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</a:t>
            </a:r>
            <a:r>
              <a:rPr lang="en-US" altLang="zh-TW" sz="12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://ieinet.sharepoint.com/:w:/</a:t>
            </a:r>
            <a:r>
              <a:rPr lang="en-US" altLang="zh-TW" sz="12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s/VideoSW1Teams/EdhplDfzhsVLrjuHbvz0OJcBmuqE8VzgIkQ2Wefcgo6QcQ</a:t>
            </a:r>
            <a:endParaRPr lang="en-US" altLang="zh-TW" sz="1200" dirty="0" smtClean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319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流程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340768"/>
            <a:ext cx="8229600" cy="5137962"/>
          </a:xfrm>
        </p:spPr>
        <p:txBody>
          <a:bodyPr/>
          <a:lstStyle/>
          <a:p>
            <a:r>
              <a:rPr lang="en-US" altLang="zh-TW" sz="18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steps</a:t>
            </a:r>
            <a:endParaRPr lang="en-US" altLang="zh-TW" sz="18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lvl="1">
              <a:buSzPct val="100000"/>
              <a:buAutoNum type="arabicPeriod"/>
            </a:pPr>
            <a:r>
              <a:rPr lang="en-US" altLang="zh-TW" sz="1400" dirty="0">
                <a:ea typeface="微軟正黑體"/>
              </a:rPr>
              <a:t>QTS</a:t>
            </a:r>
            <a:r>
              <a:rPr lang="zh-TW" altLang="en-US" sz="1400" dirty="0">
                <a:ea typeface="微軟正黑體"/>
              </a:rPr>
              <a:t> </a:t>
            </a:r>
            <a:r>
              <a:rPr lang="en-US" altLang="zh-TW" sz="1400" dirty="0" err="1" smtClean="0">
                <a:ea typeface="微軟正黑體"/>
              </a:rPr>
              <a:t>sid</a:t>
            </a:r>
            <a:endParaRPr lang="en-US" altLang="zh-TW" sz="1400" dirty="0" smtClean="0">
              <a:ea typeface="微軟正黑體"/>
            </a:endParaRPr>
          </a:p>
          <a:p>
            <a:pPr lvl="2">
              <a:buSzPct val="100000"/>
            </a:pPr>
            <a:r>
              <a:rPr lang="en-US" altLang="zh-TW" sz="1200" dirty="0" smtClean="0">
                <a:ea typeface="微軟正黑體"/>
              </a:rPr>
              <a:t>QTS</a:t>
            </a:r>
            <a:r>
              <a:rPr lang="zh-TW" altLang="en-US" sz="1200" dirty="0" smtClean="0">
                <a:ea typeface="微軟正黑體"/>
              </a:rPr>
              <a:t> 的認證</a:t>
            </a:r>
            <a:r>
              <a:rPr lang="en-US" altLang="zh-TW" sz="1200" dirty="0" smtClean="0">
                <a:ea typeface="微軟正黑體"/>
              </a:rPr>
              <a:t>(</a:t>
            </a:r>
            <a:r>
              <a:rPr lang="en-US" altLang="zh-TW" sz="1200" dirty="0" err="1" smtClean="0">
                <a:ea typeface="微軟正黑體"/>
              </a:rPr>
              <a:t>利用</a:t>
            </a:r>
            <a:r>
              <a:rPr lang="en-US" altLang="zh-TW" sz="1200" dirty="0">
                <a:solidFill>
                  <a:srgbClr val="FF0000"/>
                </a:solidFill>
                <a:ea typeface="微軟正黑體"/>
              </a:rPr>
              <a:t> /</a:t>
            </a:r>
            <a:r>
              <a:rPr lang="en-US" altLang="zh-TW" sz="1200" dirty="0" err="1">
                <a:solidFill>
                  <a:srgbClr val="FF0000"/>
                </a:solidFill>
                <a:ea typeface="微軟正黑體"/>
              </a:rPr>
              <a:t>cgi</a:t>
            </a:r>
            <a:r>
              <a:rPr lang="en-US" altLang="zh-TW" sz="1200" dirty="0">
                <a:solidFill>
                  <a:srgbClr val="FF0000"/>
                </a:solidFill>
                <a:ea typeface="微軟正黑體"/>
              </a:rPr>
              <a:t>-bin/</a:t>
            </a:r>
            <a:r>
              <a:rPr lang="en-US" altLang="zh-TW" sz="1200" dirty="0" err="1">
                <a:solidFill>
                  <a:srgbClr val="FF0000"/>
                </a:solidFill>
                <a:ea typeface="微軟正黑體"/>
              </a:rPr>
              <a:t>authLogin.cgi</a:t>
            </a:r>
            <a:r>
              <a:rPr lang="en-US" altLang="zh-TW" sz="1200" dirty="0">
                <a:solidFill>
                  <a:srgbClr val="FF0000"/>
                </a:solidFill>
                <a:ea typeface="微軟正黑體"/>
              </a:rPr>
              <a:t> </a:t>
            </a:r>
            <a:r>
              <a:rPr lang="zh-CN" altLang="en-US" sz="1200" dirty="0" smtClean="0">
                <a:ea typeface="微軟正黑體"/>
              </a:rPr>
              <a:t>取得</a:t>
            </a:r>
            <a:r>
              <a:rPr lang="zh-TW" altLang="en-US" sz="1200" dirty="0" smtClean="0">
                <a:ea typeface="微軟正黑體"/>
              </a:rPr>
              <a:t>，</a:t>
            </a:r>
            <a:r>
              <a:rPr lang="zh-CN" altLang="en-US" sz="1200" dirty="0" smtClean="0">
                <a:ea typeface="微軟正黑體"/>
              </a:rPr>
              <a:t>參考 </a:t>
            </a:r>
            <a:r>
              <a:rPr lang="en-US" altLang="zh-CN" sz="1200" dirty="0" smtClean="0">
                <a:ea typeface="微軟正黑體"/>
              </a:rPr>
              <a:t>swagger</a:t>
            </a:r>
            <a:r>
              <a:rPr lang="zh-CN" altLang="en-US" sz="1200" dirty="0" smtClean="0">
                <a:ea typeface="微軟正黑體"/>
              </a:rPr>
              <a:t> </a:t>
            </a:r>
            <a:r>
              <a:rPr lang="zh-CN" altLang="en-US" sz="1200" dirty="0">
                <a:ea typeface="微軟正黑體"/>
              </a:rPr>
              <a:t>文件</a:t>
            </a:r>
            <a:r>
              <a:rPr lang="en-US" altLang="zh-CN" sz="1200" dirty="0">
                <a:ea typeface="微軟正黑體"/>
              </a:rPr>
              <a:t>)</a:t>
            </a:r>
            <a:endParaRPr lang="en-US" altLang="zh-TW" sz="1200" dirty="0">
              <a:ea typeface="微軟正黑體"/>
            </a:endParaRPr>
          </a:p>
          <a:p>
            <a:pPr lvl="2">
              <a:buSzPct val="100000"/>
            </a:pPr>
            <a:r>
              <a:rPr lang="en-US" altLang="zh-TW" sz="1200" dirty="0" err="1" smtClean="0">
                <a:solidFill>
                  <a:srgbClr val="FF0000"/>
                </a:solidFill>
                <a:ea typeface="微軟正黑體"/>
              </a:rPr>
              <a:t>qsauth_type</a:t>
            </a:r>
            <a:r>
              <a:rPr lang="en-US" altLang="zh-TW" sz="1200" dirty="0" smtClean="0">
                <a:solidFill>
                  <a:srgbClr val="FF0000"/>
                </a:solidFill>
                <a:ea typeface="微軟正黑體"/>
              </a:rPr>
              <a:t> + </a:t>
            </a:r>
            <a:r>
              <a:rPr lang="en-US" altLang="zh-TW" sz="1200" dirty="0" err="1" smtClean="0">
                <a:solidFill>
                  <a:srgbClr val="FF0000"/>
                </a:solidFill>
                <a:ea typeface="微軟正黑體"/>
              </a:rPr>
              <a:t>qsauth_token</a:t>
            </a:r>
            <a:endParaRPr lang="en-US" altLang="zh-TW" sz="1200" dirty="0" smtClean="0">
              <a:solidFill>
                <a:srgbClr val="FF0000"/>
              </a:solidFill>
              <a:ea typeface="微軟正黑體"/>
            </a:endParaRPr>
          </a:p>
          <a:p>
            <a:pPr lvl="3">
              <a:buSzPct val="100000"/>
            </a:pPr>
            <a:r>
              <a:rPr lang="zh-TW" altLang="en-US" sz="1200" dirty="0" smtClean="0">
                <a:solidFill>
                  <a:schemeClr val="tx1"/>
                </a:solidFill>
                <a:ea typeface="微軟正黑體"/>
              </a:rPr>
              <a:t>新版認證使用新的參數</a:t>
            </a:r>
            <a:endParaRPr lang="en-US" altLang="zh-TW" sz="1200" dirty="0" smtClean="0">
              <a:solidFill>
                <a:schemeClr val="tx1"/>
              </a:solidFill>
              <a:ea typeface="微軟正黑體"/>
            </a:endParaRPr>
          </a:p>
          <a:p>
            <a:pPr lvl="3">
              <a:buSzPct val="100000"/>
            </a:pPr>
            <a:r>
              <a:rPr lang="en-US" altLang="zh-TW" sz="1200" dirty="0" err="1" smtClean="0">
                <a:solidFill>
                  <a:schemeClr val="tx1"/>
                </a:solidFill>
                <a:ea typeface="微軟正黑體"/>
              </a:rPr>
              <a:t>qsauth_type</a:t>
            </a:r>
            <a:endParaRPr lang="en-US" altLang="zh-TW" sz="1200" dirty="0" smtClean="0">
              <a:solidFill>
                <a:schemeClr val="tx1"/>
              </a:solidFill>
              <a:ea typeface="微軟正黑體"/>
            </a:endParaRPr>
          </a:p>
          <a:p>
            <a:pPr lvl="4">
              <a:buSzPct val="100000"/>
            </a:pP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0:</a:t>
            </a:r>
            <a:r>
              <a:rPr lang="zh-TW" altLang="en-US" sz="1200" dirty="0" smtClean="0">
                <a:solidFill>
                  <a:schemeClr val="tx1"/>
                </a:solidFill>
                <a:ea typeface="微軟正黑體"/>
              </a:rPr>
              <a:t> 使用 </a:t>
            </a:r>
            <a:r>
              <a:rPr lang="en-US" altLang="zh-TW" sz="1200" dirty="0" err="1" smtClean="0">
                <a:solidFill>
                  <a:schemeClr val="tx1"/>
                </a:solidFill>
                <a:ea typeface="微軟正黑體"/>
              </a:rPr>
              <a:t>sid</a:t>
            </a:r>
            <a:r>
              <a:rPr lang="zh-TW" altLang="en-US" sz="1200" dirty="0" smtClean="0">
                <a:solidFill>
                  <a:schemeClr val="tx1"/>
                </a:solidFill>
                <a:ea typeface="微軟正黑體"/>
              </a:rPr>
              <a:t> 認證</a:t>
            </a:r>
            <a:endParaRPr lang="en-US" altLang="zh-TW" sz="1200" dirty="0" smtClean="0">
              <a:solidFill>
                <a:schemeClr val="tx1"/>
              </a:solidFill>
              <a:ea typeface="微軟正黑體"/>
            </a:endParaRPr>
          </a:p>
          <a:p>
            <a:pPr lvl="3">
              <a:buSzPct val="100000"/>
            </a:pPr>
            <a:r>
              <a:rPr lang="en-US" altLang="zh-TW" sz="1200" dirty="0" err="1" smtClean="0">
                <a:solidFill>
                  <a:schemeClr val="tx1"/>
                </a:solidFill>
                <a:ea typeface="微軟正黑體"/>
              </a:rPr>
              <a:t>qsauth_token</a:t>
            </a:r>
            <a:endParaRPr lang="en-US" altLang="zh-TW" sz="1200" dirty="0" smtClean="0">
              <a:solidFill>
                <a:schemeClr val="tx1"/>
              </a:solidFill>
              <a:ea typeface="微軟正黑體"/>
            </a:endParaRPr>
          </a:p>
          <a:p>
            <a:pPr lvl="4">
              <a:buSzPct val="100000"/>
            </a:pPr>
            <a:r>
              <a:rPr lang="en-US" altLang="zh-TW" sz="1200" dirty="0">
                <a:ea typeface="微軟正黑體"/>
              </a:rPr>
              <a:t>ex: </a:t>
            </a:r>
            <a:r>
              <a:rPr lang="en-US" altLang="zh-TW" sz="1200" dirty="0" smtClean="0">
                <a:ea typeface="微軟正黑體"/>
              </a:rPr>
              <a:t>qh4gnqre</a:t>
            </a:r>
            <a:endParaRPr lang="en-US" altLang="zh-TW" sz="1200" dirty="0" smtClean="0">
              <a:solidFill>
                <a:schemeClr val="tx1"/>
              </a:solidFill>
              <a:ea typeface="微軟正黑體"/>
            </a:endParaRPr>
          </a:p>
          <a:p>
            <a:pPr lvl="1">
              <a:buSzPct val="100000"/>
              <a:buAutoNum type="arabicPeriod"/>
            </a:pPr>
            <a:r>
              <a:rPr lang="en-US" altLang="zh-TW" sz="1400" dirty="0" smtClean="0">
                <a:ea typeface="微軟正黑體"/>
              </a:rPr>
              <a:t>QVR</a:t>
            </a:r>
            <a:r>
              <a:rPr lang="zh-TW" altLang="en-US" sz="1400" dirty="0" smtClean="0">
                <a:ea typeface="微軟正黑體"/>
              </a:rPr>
              <a:t> </a:t>
            </a:r>
            <a:r>
              <a:rPr lang="en-US" altLang="zh-TW" sz="1400" dirty="0">
                <a:ea typeface="微軟正黑體"/>
              </a:rPr>
              <a:t>camera </a:t>
            </a:r>
            <a:r>
              <a:rPr lang="en-US" altLang="zh-TW" sz="1400" dirty="0" err="1" smtClean="0">
                <a:ea typeface="微軟正黑體"/>
              </a:rPr>
              <a:t>uuid</a:t>
            </a:r>
            <a:endParaRPr lang="en-US" altLang="zh-TW" sz="1400" dirty="0" smtClean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lvl="2">
              <a:buSzPct val="100000"/>
            </a:pP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QVR</a:t>
            </a:r>
            <a:r>
              <a:rPr lang="zh-TW" altLang="en-US" sz="1200" dirty="0" smtClean="0">
                <a:solidFill>
                  <a:schemeClr val="tx1"/>
                </a:solidFill>
                <a:ea typeface="微軟正黑體"/>
              </a:rPr>
              <a:t> 頻道上攝影機對應的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 </a:t>
            </a:r>
            <a:r>
              <a:rPr lang="en-US" altLang="zh-TW" sz="1200" dirty="0" err="1" smtClean="0">
                <a:solidFill>
                  <a:schemeClr val="tx1"/>
                </a:solidFill>
                <a:ea typeface="微軟正黑體"/>
              </a:rPr>
              <a:t>guid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(</a:t>
            </a:r>
            <a:r>
              <a:rPr lang="en-US" altLang="zh-TW" sz="1200" dirty="0" err="1" smtClean="0">
                <a:ea typeface="微軟正黑體"/>
              </a:rPr>
              <a:t>利用</a:t>
            </a:r>
            <a:r>
              <a:rPr lang="en-US" altLang="zh-TW" sz="1200" dirty="0">
                <a:ea typeface="微軟正黑體"/>
              </a:rPr>
              <a:t> </a:t>
            </a:r>
            <a:r>
              <a:rPr lang="en-US" altLang="zh-TW" sz="1200" dirty="0">
                <a:solidFill>
                  <a:srgbClr val="FF0000"/>
                </a:solidFill>
                <a:ea typeface="微軟正黑體"/>
              </a:rPr>
              <a:t>/</a:t>
            </a:r>
            <a:r>
              <a:rPr lang="en-US" altLang="zh-TW" sz="1200" dirty="0" err="1">
                <a:solidFill>
                  <a:srgbClr val="FF0000"/>
                </a:solidFill>
                <a:ea typeface="微軟正黑體"/>
              </a:rPr>
              <a:t>qvrpro</a:t>
            </a:r>
            <a:r>
              <a:rPr lang="en-US" altLang="zh-TW" sz="1200" dirty="0">
                <a:solidFill>
                  <a:srgbClr val="FF0000"/>
                </a:solidFill>
                <a:ea typeface="微軟正黑體"/>
              </a:rPr>
              <a:t>/camera/list </a:t>
            </a:r>
            <a:r>
              <a:rPr lang="en-US" altLang="zh-TW" sz="1200" dirty="0" err="1" smtClean="0">
                <a:ea typeface="微軟正黑體"/>
              </a:rPr>
              <a:t>取得</a:t>
            </a:r>
            <a:r>
              <a:rPr lang="zh-TW" altLang="en-US" sz="1200" dirty="0" smtClean="0">
                <a:ea typeface="微軟正黑體"/>
              </a:rPr>
              <a:t>，</a:t>
            </a:r>
            <a:r>
              <a:rPr lang="zh-CN" altLang="en-US" sz="1200" dirty="0" smtClean="0">
                <a:ea typeface="微軟正黑體"/>
              </a:rPr>
              <a:t>參考 </a:t>
            </a:r>
            <a:r>
              <a:rPr lang="en-US" altLang="zh-CN" sz="1200" dirty="0" smtClean="0">
                <a:ea typeface="微軟正黑體"/>
              </a:rPr>
              <a:t>swagger</a:t>
            </a:r>
            <a:r>
              <a:rPr lang="zh-CN" altLang="en-US" sz="1200" dirty="0" smtClean="0">
                <a:ea typeface="微軟正黑體"/>
              </a:rPr>
              <a:t> </a:t>
            </a:r>
            <a:r>
              <a:rPr lang="zh-CN" altLang="en-US" sz="1200" dirty="0">
                <a:ea typeface="微軟正黑體"/>
              </a:rPr>
              <a:t>文件</a:t>
            </a:r>
            <a:r>
              <a:rPr lang="en-US" altLang="zh-CN" sz="1200" dirty="0">
                <a:ea typeface="微軟正黑體"/>
              </a:rPr>
              <a:t>)</a:t>
            </a:r>
            <a:endParaRPr lang="en-US" altLang="zh-TW" sz="1200" dirty="0">
              <a:solidFill>
                <a:schemeClr val="tx1"/>
              </a:solidFill>
              <a:ea typeface="微軟正黑體"/>
            </a:endParaRPr>
          </a:p>
          <a:p>
            <a:pPr lvl="2">
              <a:buSzPct val="100000"/>
            </a:pPr>
            <a:r>
              <a:rPr lang="en-US" altLang="zh-TW" sz="1200" dirty="0" err="1">
                <a:solidFill>
                  <a:schemeClr val="tx1"/>
                </a:solidFill>
                <a:ea typeface="微軟正黑體"/>
              </a:rPr>
              <a:t>u</a:t>
            </a:r>
            <a:r>
              <a:rPr lang="en-US" altLang="zh-TW" sz="1200" dirty="0" err="1" smtClean="0">
                <a:solidFill>
                  <a:schemeClr val="tx1"/>
                </a:solidFill>
                <a:ea typeface="微軟正黑體"/>
              </a:rPr>
              <a:t>uid</a:t>
            </a:r>
            <a:endParaRPr lang="en-US" altLang="zh-TW" sz="1200" dirty="0" smtClean="0">
              <a:solidFill>
                <a:schemeClr val="tx1"/>
              </a:solidFill>
              <a:ea typeface="微軟正黑體"/>
            </a:endParaRPr>
          </a:p>
          <a:p>
            <a:pPr lvl="3">
              <a:buSzPct val="100000"/>
            </a:pPr>
            <a:r>
              <a:rPr lang="en-US" altLang="zh-TW" sz="1200" dirty="0">
                <a:ea typeface="微軟正黑體"/>
              </a:rPr>
              <a:t>ex: 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EE47B3107787EE47B3107787EE470000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zh-TW" altLang="en-US" sz="1400" dirty="0">
                <a:ea typeface="微軟正黑體"/>
              </a:rPr>
              <a:t>取得</a:t>
            </a:r>
            <a:r>
              <a:rPr lang="zh-TW" altLang="en-US" sz="1400" dirty="0" smtClean="0">
                <a:ea typeface="微軟正黑體"/>
              </a:rPr>
              <a:t>可用的資料夾</a:t>
            </a:r>
            <a:endParaRPr lang="en-US" altLang="zh-TW" sz="1400" dirty="0" smtClean="0">
              <a:ea typeface="微軟正黑體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zh-TW" altLang="en-US" sz="1400" dirty="0" smtClean="0">
                <a:ea typeface="微軟正黑體"/>
              </a:rPr>
              <a:t>建立</a:t>
            </a:r>
            <a:r>
              <a:rPr lang="zh-TW" altLang="en-US" sz="1400" dirty="0">
                <a:ea typeface="微軟正黑體"/>
              </a:rPr>
              <a:t>匯出</a:t>
            </a:r>
            <a:r>
              <a:rPr lang="zh-TW" altLang="en-US" sz="1400" dirty="0" smtClean="0">
                <a:ea typeface="微軟正黑體"/>
              </a:rPr>
              <a:t>任務</a:t>
            </a:r>
            <a:endParaRPr lang="en-US" altLang="zh-TW" sz="1400" dirty="0" smtClean="0">
              <a:ea typeface="微軟正黑體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zh-TW" altLang="en-US" sz="1400" dirty="0" smtClean="0">
                <a:ea typeface="微軟正黑體"/>
              </a:rPr>
              <a:t>停止匯出任務</a:t>
            </a:r>
            <a:endParaRPr lang="en-US" altLang="zh-TW" sz="1800" dirty="0" smtClean="0">
              <a:ea typeface="微軟正黑體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zh-TW" altLang="en-US" sz="1400" dirty="0">
                <a:ea typeface="微軟正黑體"/>
              </a:rPr>
              <a:t>取得</a:t>
            </a:r>
            <a:r>
              <a:rPr lang="zh-TW" altLang="en-US" sz="1400" dirty="0" smtClean="0">
                <a:ea typeface="微軟正黑體"/>
              </a:rPr>
              <a:t>匯出任務狀態</a:t>
            </a:r>
            <a:endParaRPr lang="en-US" altLang="zh-TW" sz="1400" dirty="0" smtClean="0"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76903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執行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340768"/>
            <a:ext cx="8229600" cy="5137962"/>
          </a:xfrm>
        </p:spPr>
        <p:txBody>
          <a:bodyPr/>
          <a:lstStyle/>
          <a:p>
            <a:pPr>
              <a:buSzPct val="100000"/>
            </a:pPr>
            <a:r>
              <a:rPr lang="en-US" altLang="zh-TW" sz="1800" dirty="0" smtClean="0">
                <a:ea typeface="微軟正黑體"/>
              </a:rPr>
              <a:t>example</a:t>
            </a:r>
          </a:p>
          <a:p>
            <a:pPr lvl="1">
              <a:buSzPct val="100000"/>
            </a:pPr>
            <a:r>
              <a:rPr lang="zh-TW" altLang="en-US" sz="1400" dirty="0">
                <a:ea typeface="微軟正黑體"/>
              </a:rPr>
              <a:t>取得</a:t>
            </a:r>
            <a:r>
              <a:rPr lang="zh-TW" altLang="en-US" sz="1400" dirty="0" smtClean="0">
                <a:ea typeface="微軟正黑體"/>
              </a:rPr>
              <a:t>可</a:t>
            </a:r>
            <a:r>
              <a:rPr lang="zh-TW" altLang="en-US" sz="1400" dirty="0">
                <a:ea typeface="微軟正黑體"/>
              </a:rPr>
              <a:t>用的</a:t>
            </a:r>
            <a:r>
              <a:rPr lang="zh-TW" altLang="en-US" sz="1400" dirty="0" smtClean="0">
                <a:ea typeface="微軟正黑體"/>
              </a:rPr>
              <a:t>資料夾</a:t>
            </a:r>
            <a:endParaRPr lang="en-US" altLang="zh-TW" sz="1400" dirty="0">
              <a:ea typeface="微軟正黑體"/>
            </a:endParaRPr>
          </a:p>
          <a:p>
            <a:pPr lvl="1">
              <a:buSzPct val="100000"/>
            </a:pPr>
            <a:r>
              <a:rPr lang="en-US" altLang="zh-TW" sz="1400" dirty="0" smtClean="0">
                <a:ea typeface="微軟正黑體"/>
              </a:rPr>
              <a:t>HTTP</a:t>
            </a:r>
            <a:r>
              <a:rPr lang="zh-TW" altLang="en-US" sz="1400" dirty="0" smtClean="0">
                <a:ea typeface="微軟正黑體"/>
              </a:rPr>
              <a:t> </a:t>
            </a:r>
            <a:r>
              <a:rPr lang="en-US" altLang="zh-TW" sz="1400" dirty="0" smtClean="0">
                <a:ea typeface="微軟正黑體"/>
              </a:rPr>
              <a:t>GET</a:t>
            </a:r>
          </a:p>
          <a:p>
            <a:pPr lvl="2">
              <a:buSzPct val="100000"/>
            </a:pPr>
            <a:r>
              <a:rPr lang="en-US" altLang="zh-TW" sz="1200" dirty="0" err="1" smtClean="0">
                <a:ea typeface="微軟正黑體"/>
              </a:rPr>
              <a:t>get_shared_folder</a:t>
            </a:r>
            <a:endParaRPr lang="en-US" altLang="zh-TW" sz="1200" dirty="0" smtClean="0">
              <a:ea typeface="微軟正黑體"/>
            </a:endParaRPr>
          </a:p>
          <a:p>
            <a:pPr lvl="2">
              <a:buSzPct val="100000"/>
            </a:pPr>
            <a:r>
              <a:rPr lang="zh-TW" altLang="en-US" sz="1200" dirty="0" smtClean="0">
                <a:ea typeface="微軟正黑體"/>
              </a:rPr>
              <a:t>依據使用者權限提供可以使用的 </a:t>
            </a:r>
            <a:r>
              <a:rPr lang="en-US" altLang="zh-TW" sz="1200" dirty="0" smtClean="0">
                <a:ea typeface="微軟正黑體"/>
              </a:rPr>
              <a:t>shared folder</a:t>
            </a:r>
          </a:p>
          <a:p>
            <a:pPr marL="1028700" lvl="2" indent="0">
              <a:buSzPct val="100000"/>
              <a:buNone/>
            </a:pPr>
            <a:endParaRPr lang="en-US" altLang="zh-TW" sz="1200" dirty="0">
              <a:ea typeface="微軟正黑體"/>
            </a:endParaRPr>
          </a:p>
          <a:p>
            <a:pPr lvl="2">
              <a:buSzPct val="100000"/>
            </a:pPr>
            <a:r>
              <a:rPr lang="en-US" altLang="zh-TW" sz="1200" dirty="0">
                <a:ea typeface="微軟正黑體"/>
              </a:rPr>
              <a:t>QVR</a:t>
            </a:r>
            <a:r>
              <a:rPr lang="zh-TW" altLang="en-US" sz="1200" dirty="0">
                <a:ea typeface="微軟正黑體"/>
              </a:rPr>
              <a:t> </a:t>
            </a:r>
            <a:r>
              <a:rPr lang="en-US" altLang="zh-TW" sz="1200" dirty="0" smtClean="0">
                <a:ea typeface="微軟正黑體"/>
              </a:rPr>
              <a:t>Pro / QVR Elite</a:t>
            </a:r>
            <a:endParaRPr lang="en-US" altLang="zh-TW" sz="1200" dirty="0">
              <a:ea typeface="微軟正黑體"/>
            </a:endParaRPr>
          </a:p>
          <a:p>
            <a:pPr lvl="3">
              <a:buSzPct val="100000"/>
            </a:pPr>
            <a:r>
              <a:rPr lang="en-US" altLang="zh-TW" sz="1200" dirty="0">
                <a:solidFill>
                  <a:schemeClr val="tx1"/>
                </a:solidFill>
                <a:ea typeface="微軟正黑體"/>
              </a:rPr>
              <a:t>http://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10.33.69.211:8080/{</a:t>
            </a:r>
            <a:r>
              <a:rPr lang="en-US" altLang="zh-TW" sz="1200" dirty="0" smtClean="0">
                <a:solidFill>
                  <a:srgbClr val="FF0000"/>
                </a:solidFill>
                <a:ea typeface="微軟正黑體"/>
              </a:rPr>
              <a:t>qvrpro, </a:t>
            </a:r>
            <a:r>
              <a:rPr lang="en-US" altLang="zh-TW" sz="1200" dirty="0" err="1" smtClean="0">
                <a:solidFill>
                  <a:srgbClr val="FF0000"/>
                </a:solidFill>
                <a:ea typeface="微軟正黑體"/>
              </a:rPr>
              <a:t>qvrelite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}/recording/v1/</a:t>
            </a:r>
            <a:r>
              <a:rPr lang="en-US" altLang="zh-TW" sz="1200" dirty="0" err="1" smtClean="0">
                <a:solidFill>
                  <a:schemeClr val="tx1"/>
                </a:solidFill>
                <a:ea typeface="微軟正黑體"/>
              </a:rPr>
              <a:t>func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/export?</a:t>
            </a:r>
            <a:br>
              <a:rPr lang="en-US" altLang="zh-TW" sz="1200" dirty="0" smtClean="0">
                <a:solidFill>
                  <a:schemeClr val="tx1"/>
                </a:solidFill>
                <a:ea typeface="微軟正黑體"/>
              </a:rPr>
            </a:br>
            <a:r>
              <a:rPr lang="en-US" altLang="zh-TW" sz="1200" dirty="0" err="1" smtClean="0">
                <a:solidFill>
                  <a:schemeClr val="tx1"/>
                </a:solidFill>
                <a:ea typeface="微軟正黑體"/>
              </a:rPr>
              <a:t>qsauth_type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=</a:t>
            </a:r>
            <a:r>
              <a:rPr lang="en-US" altLang="zh-TW" sz="1200" dirty="0" smtClean="0">
                <a:solidFill>
                  <a:srgbClr val="FF0000"/>
                </a:solidFill>
                <a:ea typeface="微軟正黑體"/>
              </a:rPr>
              <a:t>0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&amp;qsauth_token=</a:t>
            </a:r>
            <a:r>
              <a:rPr lang="en-US" altLang="zh-TW" sz="1200" dirty="0" smtClean="0">
                <a:solidFill>
                  <a:srgbClr val="FF0000"/>
                </a:solidFill>
                <a:ea typeface="微軟正黑體"/>
              </a:rPr>
              <a:t>qh4gnqre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&amp;act=</a:t>
            </a:r>
            <a:r>
              <a:rPr lang="en-US" altLang="zh-TW" sz="1200" dirty="0" err="1" smtClean="0">
                <a:solidFill>
                  <a:srgbClr val="FF0000"/>
                </a:solidFill>
                <a:ea typeface="微軟正黑體"/>
              </a:rPr>
              <a:t>get_shared_folder</a:t>
            </a:r>
            <a:endParaRPr lang="en-US" altLang="zh-TW" sz="1200" dirty="0" smtClean="0">
              <a:solidFill>
                <a:srgbClr val="FF0000"/>
              </a:solidFill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88282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執行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340768"/>
            <a:ext cx="8229600" cy="5137962"/>
          </a:xfrm>
        </p:spPr>
        <p:txBody>
          <a:bodyPr/>
          <a:lstStyle/>
          <a:p>
            <a:pPr>
              <a:buSzPct val="100000"/>
            </a:pPr>
            <a:r>
              <a:rPr lang="en-US" altLang="zh-TW" sz="1800" dirty="0" smtClean="0">
                <a:ea typeface="微軟正黑體"/>
              </a:rPr>
              <a:t>example</a:t>
            </a:r>
          </a:p>
          <a:p>
            <a:pPr lvl="1">
              <a:buSzPct val="100000"/>
            </a:pPr>
            <a:r>
              <a:rPr lang="zh-TW" altLang="en-US" sz="1400" dirty="0">
                <a:ea typeface="微軟正黑體"/>
              </a:rPr>
              <a:t>取得</a:t>
            </a:r>
            <a:r>
              <a:rPr lang="zh-TW" altLang="en-US" sz="1400" dirty="0" smtClean="0">
                <a:ea typeface="微軟正黑體"/>
              </a:rPr>
              <a:t>可</a:t>
            </a:r>
            <a:r>
              <a:rPr lang="zh-TW" altLang="en-US" sz="1400" dirty="0">
                <a:ea typeface="微軟正黑體"/>
              </a:rPr>
              <a:t>用的</a:t>
            </a:r>
            <a:r>
              <a:rPr lang="zh-TW" altLang="en-US" sz="1400" dirty="0" smtClean="0">
                <a:ea typeface="微軟正黑體"/>
              </a:rPr>
              <a:t>資料夾</a:t>
            </a:r>
            <a:endParaRPr lang="en-US" altLang="zh-TW" sz="1400" dirty="0">
              <a:ea typeface="微軟正黑體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01" y="1997421"/>
            <a:ext cx="7665397" cy="448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96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執行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340768"/>
            <a:ext cx="8229600" cy="5137962"/>
          </a:xfrm>
        </p:spPr>
        <p:txBody>
          <a:bodyPr/>
          <a:lstStyle/>
          <a:p>
            <a:pPr>
              <a:buSzPct val="100000"/>
            </a:pPr>
            <a:r>
              <a:rPr lang="en-US" altLang="zh-TW" sz="1800" dirty="0" smtClean="0">
                <a:ea typeface="微軟正黑體"/>
              </a:rPr>
              <a:t>example</a:t>
            </a:r>
          </a:p>
          <a:p>
            <a:pPr lvl="1">
              <a:buSzPct val="100000"/>
            </a:pPr>
            <a:r>
              <a:rPr lang="zh-TW" altLang="en-US" sz="1400" dirty="0" smtClean="0">
                <a:ea typeface="微軟正黑體"/>
              </a:rPr>
              <a:t>建立匯出任務</a:t>
            </a:r>
            <a:endParaRPr lang="en-US" altLang="zh-TW" sz="1400" dirty="0">
              <a:ea typeface="微軟正黑體"/>
            </a:endParaRPr>
          </a:p>
          <a:p>
            <a:pPr lvl="1">
              <a:buSzPct val="100000"/>
            </a:pPr>
            <a:r>
              <a:rPr lang="en-US" altLang="zh-TW" sz="1400" dirty="0" smtClean="0">
                <a:ea typeface="微軟正黑體"/>
              </a:rPr>
              <a:t>HTTP</a:t>
            </a:r>
            <a:r>
              <a:rPr lang="zh-TW" altLang="en-US" sz="1400" dirty="0" smtClean="0">
                <a:ea typeface="微軟正黑體"/>
              </a:rPr>
              <a:t> </a:t>
            </a:r>
            <a:r>
              <a:rPr lang="en-US" altLang="zh-TW" sz="1400" dirty="0" smtClean="0">
                <a:ea typeface="微軟正黑體"/>
              </a:rPr>
              <a:t>POST</a:t>
            </a:r>
          </a:p>
          <a:p>
            <a:pPr lvl="2">
              <a:buSzPct val="100000"/>
            </a:pPr>
            <a:r>
              <a:rPr lang="zh-TW" altLang="en-US" sz="1200" dirty="0" smtClean="0">
                <a:ea typeface="微軟正黑體"/>
              </a:rPr>
              <a:t>建立任務需要的參數請參考 </a:t>
            </a:r>
            <a:r>
              <a:rPr lang="en-US" altLang="zh-TW" sz="1200" dirty="0" smtClean="0">
                <a:ea typeface="微軟正黑體"/>
              </a:rPr>
              <a:t>document </a:t>
            </a:r>
            <a:r>
              <a:rPr lang="zh-TW" altLang="en-US" sz="1200" dirty="0" smtClean="0">
                <a:ea typeface="微軟正黑體"/>
              </a:rPr>
              <a:t>文件</a:t>
            </a:r>
            <a:endParaRPr lang="en-US" altLang="zh-TW" sz="1200" dirty="0" smtClean="0">
              <a:ea typeface="微軟正黑體"/>
            </a:endParaRPr>
          </a:p>
          <a:p>
            <a:pPr lvl="3">
              <a:buSzPct val="100000"/>
            </a:pPr>
            <a:r>
              <a:rPr lang="en-US" altLang="zh-TW" sz="12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https://ieinet.sharepoint.com/:w:/</a:t>
            </a:r>
            <a:r>
              <a:rPr lang="en-US" altLang="zh-TW" sz="12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s/VideoSW1Teams/EdhplDfzhsVLrjuHbvz0OJcBmuqE8VzgIkQ2Wefcgo6QcQ</a:t>
            </a:r>
            <a:endParaRPr lang="en-US" altLang="zh-TW" sz="1200" dirty="0" smtClean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lvl="2">
              <a:buSzPct val="100000"/>
            </a:pPr>
            <a:r>
              <a:rPr lang="zh-TW" altLang="en-US" sz="1200" dirty="0">
                <a:solidFill>
                  <a:schemeClr val="tx1"/>
                </a:solidFill>
                <a:ea typeface="微軟正黑體"/>
              </a:rPr>
              <a:t>建立成功會收到一個任務 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id</a:t>
            </a:r>
          </a:p>
          <a:p>
            <a:pPr marL="1028700" lvl="2" indent="0">
              <a:buSzPct val="100000"/>
              <a:buNone/>
            </a:pPr>
            <a:endParaRPr lang="en-US" altLang="zh-TW" sz="1200" dirty="0">
              <a:solidFill>
                <a:schemeClr val="tx1"/>
              </a:solidFill>
              <a:ea typeface="微軟正黑體"/>
            </a:endParaRPr>
          </a:p>
          <a:p>
            <a:pPr lvl="2">
              <a:buSzPct val="100000"/>
            </a:pPr>
            <a:r>
              <a:rPr lang="en-US" altLang="zh-TW" sz="1200" dirty="0" smtClean="0">
                <a:ea typeface="微軟正黑體"/>
              </a:rPr>
              <a:t>QVR</a:t>
            </a:r>
            <a:r>
              <a:rPr lang="zh-TW" altLang="en-US" sz="1200" dirty="0" smtClean="0">
                <a:ea typeface="微軟正黑體"/>
              </a:rPr>
              <a:t> </a:t>
            </a:r>
            <a:r>
              <a:rPr lang="en-US" altLang="zh-TW" sz="1200" dirty="0" smtClean="0">
                <a:ea typeface="微軟正黑體"/>
              </a:rPr>
              <a:t>Pro / QVR Elite</a:t>
            </a:r>
          </a:p>
          <a:p>
            <a:pPr lvl="3">
              <a:buSzPct val="100000"/>
            </a:pP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http</a:t>
            </a:r>
            <a:r>
              <a:rPr lang="en-US" altLang="zh-TW" sz="1200" dirty="0">
                <a:solidFill>
                  <a:schemeClr val="tx1"/>
                </a:solidFill>
                <a:ea typeface="微軟正黑體"/>
              </a:rPr>
              <a:t>://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10.33.69.211:8080/{</a:t>
            </a:r>
            <a:r>
              <a:rPr lang="en-US" altLang="zh-TW" sz="1200" dirty="0" smtClean="0">
                <a:solidFill>
                  <a:srgbClr val="FF0000"/>
                </a:solidFill>
                <a:ea typeface="微軟正黑體"/>
              </a:rPr>
              <a:t>qvrpro, </a:t>
            </a:r>
            <a:r>
              <a:rPr lang="en-US" altLang="zh-TW" sz="1200" dirty="0" err="1" smtClean="0">
                <a:solidFill>
                  <a:srgbClr val="FF0000"/>
                </a:solidFill>
                <a:ea typeface="微軟正黑體"/>
              </a:rPr>
              <a:t>qvrelite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}/recording/v1/</a:t>
            </a:r>
            <a:r>
              <a:rPr lang="en-US" altLang="zh-TW" sz="1200" dirty="0" err="1" smtClean="0">
                <a:solidFill>
                  <a:schemeClr val="tx1"/>
                </a:solidFill>
                <a:ea typeface="微軟正黑體"/>
              </a:rPr>
              <a:t>func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/export?</a:t>
            </a:r>
            <a:br>
              <a:rPr lang="en-US" altLang="zh-TW" sz="1200" dirty="0" smtClean="0">
                <a:solidFill>
                  <a:schemeClr val="tx1"/>
                </a:solidFill>
                <a:ea typeface="微軟正黑體"/>
              </a:rPr>
            </a:br>
            <a:r>
              <a:rPr lang="en-US" altLang="zh-TW" sz="1200" dirty="0" err="1" smtClean="0">
                <a:solidFill>
                  <a:schemeClr val="tx1"/>
                </a:solidFill>
                <a:ea typeface="微軟正黑體"/>
              </a:rPr>
              <a:t>qsauth_type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=</a:t>
            </a:r>
            <a:r>
              <a:rPr lang="en-US" altLang="zh-TW" sz="1200" dirty="0" smtClean="0">
                <a:solidFill>
                  <a:srgbClr val="FF0000"/>
                </a:solidFill>
                <a:ea typeface="微軟正黑體"/>
              </a:rPr>
              <a:t>0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&amp;qsauth_token=</a:t>
            </a:r>
            <a:r>
              <a:rPr lang="en-US" altLang="zh-TW" sz="1200" dirty="0" smtClean="0">
                <a:solidFill>
                  <a:srgbClr val="FF0000"/>
                </a:solidFill>
                <a:ea typeface="微軟正黑體"/>
              </a:rPr>
              <a:t>qh4gnqre</a:t>
            </a:r>
          </a:p>
        </p:txBody>
      </p:sp>
    </p:spTree>
    <p:extLst>
      <p:ext uri="{BB962C8B-B14F-4D97-AF65-F5344CB8AC3E}">
        <p14:creationId xmlns:p14="http://schemas.microsoft.com/office/powerpoint/2010/main" val="758217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執行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340768"/>
            <a:ext cx="8229600" cy="5137962"/>
          </a:xfrm>
        </p:spPr>
        <p:txBody>
          <a:bodyPr/>
          <a:lstStyle/>
          <a:p>
            <a:pPr>
              <a:buSzPct val="100000"/>
            </a:pPr>
            <a:r>
              <a:rPr lang="en-US" altLang="zh-TW" sz="1800" dirty="0" smtClean="0">
                <a:ea typeface="微軟正黑體"/>
              </a:rPr>
              <a:t>example</a:t>
            </a:r>
          </a:p>
          <a:p>
            <a:pPr lvl="1">
              <a:buSzPct val="100000"/>
            </a:pPr>
            <a:r>
              <a:rPr lang="zh-TW" altLang="en-US" sz="1400" dirty="0" smtClean="0">
                <a:ea typeface="微軟正黑體"/>
              </a:rPr>
              <a:t>建立匯出任務</a:t>
            </a:r>
            <a:endParaRPr lang="en-US" altLang="zh-TW" sz="1400" dirty="0">
              <a:ea typeface="微軟正黑體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4" y="2024882"/>
            <a:ext cx="9041191" cy="445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643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執行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340768"/>
            <a:ext cx="8229600" cy="5137962"/>
          </a:xfrm>
        </p:spPr>
        <p:txBody>
          <a:bodyPr/>
          <a:lstStyle/>
          <a:p>
            <a:pPr>
              <a:buSzPct val="100000"/>
            </a:pPr>
            <a:r>
              <a:rPr lang="en-US" altLang="zh-TW" sz="1800" dirty="0" smtClean="0">
                <a:ea typeface="微軟正黑體"/>
              </a:rPr>
              <a:t>example</a:t>
            </a:r>
          </a:p>
          <a:p>
            <a:pPr lvl="1">
              <a:buSzPct val="100000"/>
            </a:pPr>
            <a:r>
              <a:rPr lang="zh-TW" altLang="en-US" sz="1400" dirty="0">
                <a:ea typeface="微軟正黑體"/>
              </a:rPr>
              <a:t>停止</a:t>
            </a:r>
            <a:r>
              <a:rPr lang="zh-TW" altLang="en-US" sz="1400" dirty="0" smtClean="0">
                <a:ea typeface="微軟正黑體"/>
              </a:rPr>
              <a:t>匯出任務</a:t>
            </a:r>
            <a:endParaRPr lang="en-US" altLang="zh-TW" sz="1400" dirty="0">
              <a:ea typeface="微軟正黑體"/>
            </a:endParaRPr>
          </a:p>
          <a:p>
            <a:pPr lvl="1">
              <a:buSzPct val="100000"/>
            </a:pPr>
            <a:r>
              <a:rPr lang="en-US" altLang="zh-TW" sz="1400" dirty="0" smtClean="0">
                <a:ea typeface="微軟正黑體"/>
              </a:rPr>
              <a:t>HTTP</a:t>
            </a:r>
            <a:r>
              <a:rPr lang="zh-TW" altLang="en-US" sz="1400" dirty="0" smtClean="0">
                <a:ea typeface="微軟正黑體"/>
              </a:rPr>
              <a:t> </a:t>
            </a:r>
            <a:r>
              <a:rPr lang="en-US" altLang="zh-TW" sz="1400" dirty="0" smtClean="0">
                <a:ea typeface="微軟正黑體"/>
              </a:rPr>
              <a:t>POST</a:t>
            </a:r>
          </a:p>
          <a:p>
            <a:pPr lvl="2">
              <a:buSzPct val="100000"/>
            </a:pPr>
            <a:r>
              <a:rPr lang="zh-TW" altLang="en-US" sz="1200" dirty="0">
                <a:ea typeface="微軟正黑體"/>
              </a:rPr>
              <a:t>使用</a:t>
            </a:r>
            <a:r>
              <a:rPr lang="zh-TW" altLang="en-US" sz="1200" dirty="0" smtClean="0">
                <a:ea typeface="微軟正黑體"/>
              </a:rPr>
              <a:t>任務 </a:t>
            </a:r>
            <a:r>
              <a:rPr lang="en-US" altLang="zh-TW" sz="1200" dirty="0">
                <a:ea typeface="微軟正黑體"/>
              </a:rPr>
              <a:t>id &amp;</a:t>
            </a:r>
            <a:r>
              <a:rPr lang="en-US" altLang="zh-TW" sz="1200" dirty="0" smtClean="0">
                <a:ea typeface="微軟正黑體"/>
              </a:rPr>
              <a:t> act=stop </a:t>
            </a:r>
          </a:p>
          <a:p>
            <a:pPr lvl="2">
              <a:buSzPct val="100000"/>
            </a:pPr>
            <a:r>
              <a:rPr lang="zh-TW" altLang="en-US" sz="1200" dirty="0" smtClean="0">
                <a:ea typeface="微軟正黑體"/>
              </a:rPr>
              <a:t>請參考 </a:t>
            </a:r>
            <a:r>
              <a:rPr lang="en-US" altLang="zh-TW" sz="1200" dirty="0" smtClean="0">
                <a:ea typeface="微軟正黑體"/>
              </a:rPr>
              <a:t>document </a:t>
            </a:r>
            <a:r>
              <a:rPr lang="zh-TW" altLang="en-US" sz="1200" dirty="0" smtClean="0">
                <a:ea typeface="微軟正黑體"/>
              </a:rPr>
              <a:t>文件</a:t>
            </a:r>
            <a:endParaRPr lang="en-US" altLang="zh-TW" sz="1200" dirty="0" smtClean="0">
              <a:ea typeface="微軟正黑體"/>
            </a:endParaRPr>
          </a:p>
          <a:p>
            <a:pPr lvl="3">
              <a:buSzPct val="100000"/>
            </a:pPr>
            <a:r>
              <a:rPr lang="en-US" altLang="zh-TW" sz="12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https://ieinet.sharepoint.com/:w:/</a:t>
            </a:r>
            <a:r>
              <a:rPr lang="en-US" altLang="zh-TW" sz="12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s/VideoSW1Teams/EdhplDfzhsVLrjuHbvz0OJcBmuqE8VzgIkQ2Wefcgo6QcQ</a:t>
            </a:r>
            <a:endParaRPr lang="en-US" altLang="zh-TW" sz="1200" dirty="0" smtClean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lvl="2">
              <a:buSzPct val="100000"/>
            </a:pPr>
            <a:endParaRPr lang="en-US" altLang="zh-TW" sz="1200" dirty="0" smtClean="0">
              <a:ea typeface="微軟正黑體"/>
            </a:endParaRPr>
          </a:p>
          <a:p>
            <a:pPr lvl="2">
              <a:buSzPct val="100000"/>
            </a:pPr>
            <a:r>
              <a:rPr lang="en-US" altLang="zh-TW" sz="1200" dirty="0" smtClean="0">
                <a:ea typeface="微軟正黑體"/>
              </a:rPr>
              <a:t>QVR</a:t>
            </a:r>
            <a:r>
              <a:rPr lang="zh-TW" altLang="en-US" sz="1200" dirty="0" smtClean="0">
                <a:ea typeface="微軟正黑體"/>
              </a:rPr>
              <a:t> </a:t>
            </a:r>
            <a:r>
              <a:rPr lang="en-US" altLang="zh-TW" sz="1200" dirty="0" smtClean="0">
                <a:ea typeface="微軟正黑體"/>
              </a:rPr>
              <a:t>Pro / QVR Elite</a:t>
            </a:r>
          </a:p>
          <a:p>
            <a:pPr lvl="3">
              <a:buSzPct val="100000"/>
            </a:pP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http</a:t>
            </a:r>
            <a:r>
              <a:rPr lang="en-US" altLang="zh-TW" sz="1200" dirty="0">
                <a:solidFill>
                  <a:schemeClr val="tx1"/>
                </a:solidFill>
                <a:ea typeface="微軟正黑體"/>
              </a:rPr>
              <a:t>://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10.33.69.211:8080/{</a:t>
            </a:r>
            <a:r>
              <a:rPr lang="en-US" altLang="zh-TW" sz="1200" dirty="0" smtClean="0">
                <a:solidFill>
                  <a:srgbClr val="FF0000"/>
                </a:solidFill>
                <a:ea typeface="微軟正黑體"/>
              </a:rPr>
              <a:t>qvrpro, </a:t>
            </a:r>
            <a:r>
              <a:rPr lang="en-US" altLang="zh-TW" sz="1200" dirty="0" err="1" smtClean="0">
                <a:solidFill>
                  <a:srgbClr val="FF0000"/>
                </a:solidFill>
                <a:ea typeface="微軟正黑體"/>
              </a:rPr>
              <a:t>qvrelite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}/recording/v1/</a:t>
            </a:r>
            <a:r>
              <a:rPr lang="en-US" altLang="zh-TW" sz="1200" dirty="0" err="1" smtClean="0">
                <a:solidFill>
                  <a:schemeClr val="tx1"/>
                </a:solidFill>
                <a:ea typeface="微軟正黑體"/>
              </a:rPr>
              <a:t>func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/export?</a:t>
            </a:r>
            <a:br>
              <a:rPr lang="en-US" altLang="zh-TW" sz="1200" dirty="0" smtClean="0">
                <a:solidFill>
                  <a:schemeClr val="tx1"/>
                </a:solidFill>
                <a:ea typeface="微軟正黑體"/>
              </a:rPr>
            </a:br>
            <a:r>
              <a:rPr lang="en-US" altLang="zh-TW" sz="1200" dirty="0" err="1" smtClean="0">
                <a:solidFill>
                  <a:schemeClr val="tx1"/>
                </a:solidFill>
                <a:ea typeface="微軟正黑體"/>
              </a:rPr>
              <a:t>qsauth_type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=</a:t>
            </a:r>
            <a:r>
              <a:rPr lang="en-US" altLang="zh-TW" sz="1200" dirty="0" smtClean="0">
                <a:solidFill>
                  <a:srgbClr val="FF0000"/>
                </a:solidFill>
                <a:ea typeface="微軟正黑體"/>
              </a:rPr>
              <a:t>0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&amp;qsauth_token=</a:t>
            </a:r>
            <a:r>
              <a:rPr lang="en-US" altLang="zh-TW" sz="1200" dirty="0" smtClean="0">
                <a:solidFill>
                  <a:srgbClr val="FF0000"/>
                </a:solidFill>
                <a:ea typeface="微軟正黑體"/>
              </a:rPr>
              <a:t>qh4gnqre</a:t>
            </a:r>
          </a:p>
        </p:txBody>
      </p:sp>
    </p:spTree>
    <p:extLst>
      <p:ext uri="{BB962C8B-B14F-4D97-AF65-F5344CB8AC3E}">
        <p14:creationId xmlns:p14="http://schemas.microsoft.com/office/powerpoint/2010/main" val="1494479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執行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340768"/>
            <a:ext cx="8229600" cy="5137962"/>
          </a:xfrm>
        </p:spPr>
        <p:txBody>
          <a:bodyPr/>
          <a:lstStyle/>
          <a:p>
            <a:pPr>
              <a:buSzPct val="100000"/>
            </a:pPr>
            <a:r>
              <a:rPr lang="en-US" altLang="zh-TW" sz="1800" dirty="0" smtClean="0">
                <a:ea typeface="微軟正黑體"/>
              </a:rPr>
              <a:t>example</a:t>
            </a:r>
          </a:p>
          <a:p>
            <a:pPr lvl="1">
              <a:buSzPct val="100000"/>
            </a:pPr>
            <a:r>
              <a:rPr lang="zh-TW" altLang="en-US" sz="1400" dirty="0">
                <a:ea typeface="微軟正黑體"/>
              </a:rPr>
              <a:t>停止</a:t>
            </a:r>
            <a:r>
              <a:rPr lang="zh-TW" altLang="en-US" sz="1400" dirty="0" smtClean="0">
                <a:ea typeface="微軟正黑體"/>
              </a:rPr>
              <a:t>匯出任務</a:t>
            </a:r>
            <a:endParaRPr lang="en-US" altLang="zh-TW" sz="1400" dirty="0">
              <a:ea typeface="微軟正黑體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0" y="2101174"/>
            <a:ext cx="9029320" cy="426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532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執行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340768"/>
            <a:ext cx="8229600" cy="5137962"/>
          </a:xfrm>
        </p:spPr>
        <p:txBody>
          <a:bodyPr/>
          <a:lstStyle/>
          <a:p>
            <a:pPr>
              <a:buSzPct val="100000"/>
            </a:pPr>
            <a:r>
              <a:rPr lang="en-US" altLang="zh-TW" sz="1800" dirty="0" smtClean="0">
                <a:ea typeface="微軟正黑體"/>
              </a:rPr>
              <a:t>example</a:t>
            </a:r>
          </a:p>
          <a:p>
            <a:pPr lvl="1">
              <a:buSzPct val="100000"/>
            </a:pPr>
            <a:r>
              <a:rPr lang="zh-TW" altLang="en-US" sz="1400" dirty="0">
                <a:ea typeface="微軟正黑體"/>
              </a:rPr>
              <a:t>取得</a:t>
            </a:r>
            <a:r>
              <a:rPr lang="zh-TW" altLang="en-US" sz="1400" dirty="0" smtClean="0">
                <a:ea typeface="微軟正黑體"/>
              </a:rPr>
              <a:t>匯出</a:t>
            </a:r>
            <a:r>
              <a:rPr lang="zh-TW" altLang="en-US" sz="1400" dirty="0">
                <a:ea typeface="微軟正黑體"/>
              </a:rPr>
              <a:t>任務狀態</a:t>
            </a:r>
            <a:endParaRPr lang="en-US" altLang="zh-TW" sz="1400" dirty="0">
              <a:ea typeface="微軟正黑體"/>
            </a:endParaRPr>
          </a:p>
          <a:p>
            <a:pPr lvl="1">
              <a:buSzPct val="100000"/>
            </a:pPr>
            <a:r>
              <a:rPr lang="en-US" altLang="zh-TW" sz="1400" dirty="0" smtClean="0">
                <a:ea typeface="微軟正黑體"/>
              </a:rPr>
              <a:t>HTTP</a:t>
            </a:r>
            <a:r>
              <a:rPr lang="zh-TW" altLang="en-US" sz="1400" dirty="0" smtClean="0">
                <a:ea typeface="微軟正黑體"/>
              </a:rPr>
              <a:t> </a:t>
            </a:r>
            <a:r>
              <a:rPr lang="en-US" altLang="zh-TW" sz="1400" dirty="0" smtClean="0">
                <a:ea typeface="微軟正黑體"/>
              </a:rPr>
              <a:t>GET</a:t>
            </a:r>
          </a:p>
          <a:p>
            <a:pPr lvl="2">
              <a:buSzPct val="100000"/>
            </a:pPr>
            <a:r>
              <a:rPr lang="en-US" altLang="zh-TW" sz="1200" dirty="0" err="1" smtClean="0">
                <a:ea typeface="微軟正黑體"/>
              </a:rPr>
              <a:t>get_task</a:t>
            </a:r>
            <a:r>
              <a:rPr lang="en-US" altLang="zh-TW" sz="1200" dirty="0" smtClean="0">
                <a:ea typeface="微軟正黑體"/>
              </a:rPr>
              <a:t>(polling)</a:t>
            </a:r>
          </a:p>
          <a:p>
            <a:pPr lvl="2">
              <a:buSzPct val="100000"/>
            </a:pPr>
            <a:r>
              <a:rPr lang="zh-TW" altLang="en-US" sz="1200" dirty="0" smtClean="0">
                <a:ea typeface="微軟正黑體"/>
              </a:rPr>
              <a:t>提供查詢特定 </a:t>
            </a:r>
            <a:r>
              <a:rPr lang="en-US" altLang="zh-TW" sz="1200" dirty="0" smtClean="0">
                <a:ea typeface="微軟正黑體"/>
              </a:rPr>
              <a:t>id / account / state</a:t>
            </a:r>
          </a:p>
          <a:p>
            <a:pPr marL="1028700" lvl="2" indent="0">
              <a:buSzPct val="100000"/>
              <a:buNone/>
            </a:pPr>
            <a:endParaRPr lang="en-US" altLang="zh-TW" sz="1200" dirty="0">
              <a:ea typeface="微軟正黑體"/>
            </a:endParaRPr>
          </a:p>
          <a:p>
            <a:pPr lvl="2">
              <a:buSzPct val="100000"/>
            </a:pPr>
            <a:r>
              <a:rPr lang="en-US" altLang="zh-TW" sz="1200" dirty="0">
                <a:ea typeface="微軟正黑體"/>
              </a:rPr>
              <a:t>QVR</a:t>
            </a:r>
            <a:r>
              <a:rPr lang="zh-TW" altLang="en-US" sz="1200" dirty="0">
                <a:ea typeface="微軟正黑體"/>
              </a:rPr>
              <a:t> </a:t>
            </a:r>
            <a:r>
              <a:rPr lang="en-US" altLang="zh-TW" sz="1200" dirty="0" smtClean="0">
                <a:ea typeface="微軟正黑體"/>
              </a:rPr>
              <a:t>Pro / QVR Elite</a:t>
            </a:r>
            <a:endParaRPr lang="en-US" altLang="zh-TW" sz="1200" dirty="0">
              <a:ea typeface="微軟正黑體"/>
            </a:endParaRPr>
          </a:p>
          <a:p>
            <a:pPr lvl="3">
              <a:buSzPct val="100000"/>
            </a:pPr>
            <a:r>
              <a:rPr lang="zh-TW" altLang="en-US" sz="1200" dirty="0" smtClean="0">
                <a:solidFill>
                  <a:schemeClr val="tx1"/>
                </a:solidFill>
                <a:ea typeface="微軟正黑體"/>
              </a:rPr>
              <a:t>所有任務</a:t>
            </a:r>
            <a:endParaRPr lang="en-US" altLang="zh-TW" sz="1200" dirty="0" smtClean="0">
              <a:solidFill>
                <a:schemeClr val="tx1"/>
              </a:solidFill>
              <a:ea typeface="微軟正黑體"/>
            </a:endParaRPr>
          </a:p>
          <a:p>
            <a:pPr lvl="4">
              <a:buSzPct val="100000"/>
            </a:pP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http</a:t>
            </a:r>
            <a:r>
              <a:rPr lang="en-US" altLang="zh-TW" sz="1200" dirty="0">
                <a:solidFill>
                  <a:schemeClr val="tx1"/>
                </a:solidFill>
                <a:ea typeface="微軟正黑體"/>
              </a:rPr>
              <a:t>://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10.33.69.211:8080/{</a:t>
            </a:r>
            <a:r>
              <a:rPr lang="en-US" altLang="zh-TW" sz="1200" dirty="0" smtClean="0">
                <a:solidFill>
                  <a:srgbClr val="FF0000"/>
                </a:solidFill>
                <a:ea typeface="微軟正黑體"/>
              </a:rPr>
              <a:t>qvrpro, </a:t>
            </a:r>
            <a:r>
              <a:rPr lang="en-US" altLang="zh-TW" sz="1200" dirty="0" err="1" smtClean="0">
                <a:solidFill>
                  <a:srgbClr val="FF0000"/>
                </a:solidFill>
                <a:ea typeface="微軟正黑體"/>
              </a:rPr>
              <a:t>qvrelite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}/recording/v1/</a:t>
            </a:r>
            <a:r>
              <a:rPr lang="en-US" altLang="zh-TW" sz="1200" dirty="0" err="1" smtClean="0">
                <a:solidFill>
                  <a:schemeClr val="tx1"/>
                </a:solidFill>
                <a:ea typeface="微軟正黑體"/>
              </a:rPr>
              <a:t>func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/export?</a:t>
            </a:r>
            <a:br>
              <a:rPr lang="en-US" altLang="zh-TW" sz="1200" dirty="0" smtClean="0">
                <a:solidFill>
                  <a:schemeClr val="tx1"/>
                </a:solidFill>
                <a:ea typeface="微軟正黑體"/>
              </a:rPr>
            </a:br>
            <a:r>
              <a:rPr lang="en-US" altLang="zh-TW" sz="1200" dirty="0" err="1" smtClean="0">
                <a:solidFill>
                  <a:schemeClr val="tx1"/>
                </a:solidFill>
                <a:ea typeface="微軟正黑體"/>
              </a:rPr>
              <a:t>qsauth_type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=</a:t>
            </a:r>
            <a:r>
              <a:rPr lang="en-US" altLang="zh-TW" sz="1200" dirty="0" smtClean="0">
                <a:solidFill>
                  <a:srgbClr val="FF0000"/>
                </a:solidFill>
                <a:ea typeface="微軟正黑體"/>
              </a:rPr>
              <a:t>0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&amp;qsauth_token=</a:t>
            </a:r>
            <a:r>
              <a:rPr lang="en-US" altLang="zh-TW" sz="1200" dirty="0" smtClean="0">
                <a:solidFill>
                  <a:srgbClr val="FF0000"/>
                </a:solidFill>
                <a:ea typeface="微軟正黑體"/>
              </a:rPr>
              <a:t>qh4gnqre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&amp;act=</a:t>
            </a:r>
            <a:r>
              <a:rPr lang="en-US" altLang="zh-TW" sz="1200" dirty="0" err="1" smtClean="0">
                <a:solidFill>
                  <a:srgbClr val="FF0000"/>
                </a:solidFill>
                <a:ea typeface="微軟正黑體"/>
              </a:rPr>
              <a:t>get_task</a:t>
            </a:r>
            <a:endParaRPr lang="en-US" altLang="zh-TW" sz="1200" dirty="0" smtClean="0">
              <a:solidFill>
                <a:srgbClr val="FF0000"/>
              </a:solidFill>
              <a:ea typeface="微軟正黑體"/>
            </a:endParaRPr>
          </a:p>
          <a:p>
            <a:pPr lvl="3">
              <a:buSzPct val="100000"/>
            </a:pPr>
            <a:r>
              <a:rPr lang="zh-TW" altLang="en-US" sz="1200" dirty="0" smtClean="0">
                <a:solidFill>
                  <a:schemeClr val="tx1"/>
                </a:solidFill>
                <a:ea typeface="微軟正黑體"/>
              </a:rPr>
              <a:t>特定任務</a:t>
            </a:r>
            <a:endParaRPr lang="en-US" altLang="zh-TW" sz="1200" dirty="0" smtClean="0">
              <a:solidFill>
                <a:schemeClr val="tx1"/>
              </a:solidFill>
              <a:ea typeface="微軟正黑體"/>
            </a:endParaRPr>
          </a:p>
          <a:p>
            <a:pPr lvl="4">
              <a:buSzPct val="100000"/>
            </a:pPr>
            <a:r>
              <a:rPr lang="en-US" altLang="zh-TW" sz="1200" dirty="0">
                <a:solidFill>
                  <a:schemeClr val="tx1"/>
                </a:solidFill>
                <a:ea typeface="微軟正黑體"/>
              </a:rPr>
              <a:t>http://10.33.69.211:8080/{</a:t>
            </a:r>
            <a:r>
              <a:rPr lang="en-US" altLang="zh-TW" sz="1200" dirty="0">
                <a:solidFill>
                  <a:srgbClr val="FF0000"/>
                </a:solidFill>
                <a:ea typeface="微軟正黑體"/>
              </a:rPr>
              <a:t>qvrpro, </a:t>
            </a:r>
            <a:r>
              <a:rPr lang="en-US" altLang="zh-TW" sz="1200" dirty="0" err="1">
                <a:solidFill>
                  <a:srgbClr val="FF0000"/>
                </a:solidFill>
                <a:ea typeface="微軟正黑體"/>
              </a:rPr>
              <a:t>qvrelite</a:t>
            </a:r>
            <a:r>
              <a:rPr lang="en-US" altLang="zh-TW" sz="1200" dirty="0">
                <a:solidFill>
                  <a:schemeClr val="tx1"/>
                </a:solidFill>
                <a:ea typeface="微軟正黑體"/>
              </a:rPr>
              <a:t>}/recording/v1/</a:t>
            </a:r>
            <a:r>
              <a:rPr lang="en-US" altLang="zh-TW" sz="1200" dirty="0" err="1">
                <a:solidFill>
                  <a:schemeClr val="tx1"/>
                </a:solidFill>
                <a:ea typeface="微軟正黑體"/>
              </a:rPr>
              <a:t>func</a:t>
            </a:r>
            <a:r>
              <a:rPr lang="en-US" altLang="zh-TW" sz="1200" dirty="0">
                <a:solidFill>
                  <a:schemeClr val="tx1"/>
                </a:solidFill>
                <a:ea typeface="微軟正黑體"/>
              </a:rPr>
              <a:t>/export?</a:t>
            </a:r>
            <a:br>
              <a:rPr lang="en-US" altLang="zh-TW" sz="1200" dirty="0">
                <a:solidFill>
                  <a:schemeClr val="tx1"/>
                </a:solidFill>
                <a:ea typeface="微軟正黑體"/>
              </a:rPr>
            </a:br>
            <a:r>
              <a:rPr lang="en-US" altLang="zh-TW" sz="1200" dirty="0" err="1" smtClean="0">
                <a:solidFill>
                  <a:schemeClr val="tx1"/>
                </a:solidFill>
                <a:ea typeface="微軟正黑體"/>
              </a:rPr>
              <a:t>qsauth_type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=</a:t>
            </a:r>
            <a:r>
              <a:rPr lang="en-US" altLang="zh-TW" sz="1200" dirty="0" smtClean="0">
                <a:solidFill>
                  <a:srgbClr val="FF0000"/>
                </a:solidFill>
                <a:ea typeface="微軟正黑體"/>
              </a:rPr>
              <a:t>0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&amp;qsauth_token=</a:t>
            </a:r>
            <a:r>
              <a:rPr lang="en-US" altLang="zh-TW" sz="1200" dirty="0" smtClean="0">
                <a:solidFill>
                  <a:srgbClr val="FF0000"/>
                </a:solidFill>
                <a:ea typeface="微軟正黑體"/>
              </a:rPr>
              <a:t>qh4gnqre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&amp;act=</a:t>
            </a:r>
            <a:r>
              <a:rPr lang="en-US" altLang="zh-TW" sz="1200" dirty="0" err="1" smtClean="0">
                <a:solidFill>
                  <a:srgbClr val="FF0000"/>
                </a:solidFill>
                <a:ea typeface="微軟正黑體"/>
              </a:rPr>
              <a:t>get_task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&amp;</a:t>
            </a:r>
            <a:br>
              <a:rPr lang="en-US" altLang="zh-TW" sz="1200" dirty="0" smtClean="0">
                <a:solidFill>
                  <a:schemeClr val="tx1"/>
                </a:solidFill>
                <a:ea typeface="微軟正黑體"/>
              </a:rPr>
            </a:b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id</a:t>
            </a:r>
            <a:r>
              <a:rPr lang="en-US" altLang="zh-TW" sz="1200" dirty="0">
                <a:solidFill>
                  <a:schemeClr val="tx1"/>
                </a:solidFill>
                <a:ea typeface="微軟正黑體"/>
              </a:rPr>
              <a:t>=</a:t>
            </a:r>
            <a:r>
              <a:rPr lang="en-US" altLang="zh-TW" sz="1200" dirty="0">
                <a:solidFill>
                  <a:srgbClr val="FF0000"/>
                </a:solidFill>
                <a:ea typeface="微軟正黑體"/>
              </a:rPr>
              <a:t>"</a:t>
            </a:r>
            <a:r>
              <a:rPr lang="en-US" altLang="zh-TW" sz="1200" dirty="0" smtClean="0">
                <a:solidFill>
                  <a:srgbClr val="FF0000"/>
                </a:solidFill>
                <a:ea typeface="微軟正黑體"/>
              </a:rPr>
              <a:t>4ba3551d-645c-459a-a852-5c15e1c13f44“</a:t>
            </a:r>
            <a:endParaRPr lang="en-US" altLang="zh-TW" sz="1200" dirty="0">
              <a:solidFill>
                <a:srgbClr val="FF0000"/>
              </a:solidFill>
              <a:ea typeface="微軟正黑體"/>
            </a:endParaRPr>
          </a:p>
          <a:p>
            <a:pPr lvl="1">
              <a:buSzPct val="100000"/>
            </a:pPr>
            <a:r>
              <a:rPr lang="en-US" altLang="zh-TW" sz="1400" dirty="0" err="1" smtClean="0">
                <a:solidFill>
                  <a:schemeClr val="tx1"/>
                </a:solidFill>
                <a:ea typeface="微軟正黑體"/>
              </a:rPr>
              <a:t>WebSocket</a:t>
            </a:r>
            <a:endParaRPr lang="en-US" altLang="zh-TW" sz="1400" dirty="0" smtClean="0">
              <a:solidFill>
                <a:schemeClr val="tx1"/>
              </a:solidFill>
              <a:ea typeface="微軟正黑體"/>
            </a:endParaRPr>
          </a:p>
          <a:p>
            <a:pPr lvl="2">
              <a:buSzPct val="100000"/>
            </a:pP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QVR </a:t>
            </a:r>
            <a:r>
              <a:rPr lang="en-US" altLang="zh-TW" sz="1200" dirty="0" err="1" smtClean="0">
                <a:solidFill>
                  <a:schemeClr val="tx1"/>
                </a:solidFill>
                <a:ea typeface="微軟正黑體"/>
              </a:rPr>
              <a:t>Pangu</a:t>
            </a:r>
            <a:r>
              <a:rPr lang="en-US" altLang="zh-TW" sz="1200" dirty="0" smtClean="0">
                <a:solidFill>
                  <a:schemeClr val="tx1"/>
                </a:solidFill>
                <a:ea typeface="微軟正黑體"/>
              </a:rPr>
              <a:t>(server notify)</a:t>
            </a:r>
          </a:p>
          <a:p>
            <a:pPr lvl="2">
              <a:buSzPct val="100000"/>
            </a:pPr>
            <a:r>
              <a:rPr lang="zh-TW" altLang="en-US" sz="1200" dirty="0">
                <a:solidFill>
                  <a:schemeClr val="tx1"/>
                </a:solidFill>
                <a:ea typeface="微軟正黑體"/>
              </a:rPr>
              <a:t>目前僅</a:t>
            </a:r>
            <a:r>
              <a:rPr lang="zh-TW" altLang="en-US" sz="1200" dirty="0" smtClean="0">
                <a:solidFill>
                  <a:schemeClr val="tx1"/>
                </a:solidFill>
                <a:ea typeface="微軟正黑體"/>
              </a:rPr>
              <a:t>支援 </a:t>
            </a:r>
            <a:r>
              <a:rPr lang="en-US" altLang="zh-TW" sz="1200" dirty="0" err="1" smtClean="0">
                <a:solidFill>
                  <a:schemeClr val="tx1"/>
                </a:solidFill>
                <a:ea typeface="微軟正黑體"/>
              </a:rPr>
              <a:t>QVRProClient</a:t>
            </a:r>
            <a:endParaRPr lang="en-US" altLang="zh-TW" sz="1200" dirty="0" smtClean="0">
              <a:solidFill>
                <a:schemeClr val="tx1"/>
              </a:solidFill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70001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執行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340768"/>
            <a:ext cx="8229600" cy="5137962"/>
          </a:xfrm>
        </p:spPr>
        <p:txBody>
          <a:bodyPr/>
          <a:lstStyle/>
          <a:p>
            <a:pPr>
              <a:buSzPct val="100000"/>
            </a:pPr>
            <a:r>
              <a:rPr lang="en-US" altLang="zh-TW" sz="1800" dirty="0" smtClean="0">
                <a:ea typeface="微軟正黑體"/>
              </a:rPr>
              <a:t>example</a:t>
            </a:r>
          </a:p>
          <a:p>
            <a:pPr lvl="1">
              <a:buSzPct val="100000"/>
            </a:pPr>
            <a:r>
              <a:rPr lang="zh-TW" altLang="en-US" sz="1400" dirty="0">
                <a:ea typeface="微軟正黑體"/>
              </a:rPr>
              <a:t>查詢匯出任務狀態</a:t>
            </a:r>
            <a:endParaRPr lang="en-US" altLang="zh-TW" sz="1400" dirty="0">
              <a:ea typeface="微軟正黑體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37" y="2016269"/>
            <a:ext cx="7494325" cy="4462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705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ED0A80-CDEF-5691-2134-A0041008D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</a:t>
            </a:r>
            <a:r>
              <a:rPr lang="zh-TW" altLang="en-US" dirty="0" smtClean="0"/>
              <a:t> </a:t>
            </a:r>
            <a:r>
              <a:rPr lang="en-US" altLang="zh-TW" dirty="0" smtClean="0"/>
              <a:t>&amp;</a:t>
            </a:r>
            <a:r>
              <a:rPr lang="zh-TW" altLang="en-US" dirty="0" smtClean="0"/>
              <a:t> </a:t>
            </a:r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ADDBDB7-626B-845B-B55C-9A346C4D3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50496"/>
            <a:ext cx="8229600" cy="4785395"/>
          </a:xfrm>
        </p:spPr>
        <p:txBody>
          <a:bodyPr/>
          <a:lstStyle/>
          <a:p>
            <a:pPr>
              <a:buSzPct val="100000"/>
            </a:pPr>
            <a:r>
              <a:rPr lang="zh-TW" altLang="en-US" sz="1800" dirty="0"/>
              <a:t>匯出的</a:t>
            </a:r>
            <a:r>
              <a:rPr lang="zh-TW" altLang="en-US" sz="1800" dirty="0" smtClean="0"/>
              <a:t>間格</a:t>
            </a:r>
            <a:endParaRPr lang="en-US" altLang="zh-TW" sz="1800" dirty="0" smtClean="0"/>
          </a:p>
          <a:p>
            <a:pPr lvl="1">
              <a:buSzPct val="100000"/>
            </a:pPr>
            <a:r>
              <a:rPr lang="zh-TW" altLang="en-US" sz="1400" strike="sngStrike" dirty="0" smtClean="0"/>
              <a:t>一分鐘後再進行下一次的 </a:t>
            </a:r>
            <a:r>
              <a:rPr lang="en-US" altLang="zh-TW" sz="1400" strike="sngStrike" dirty="0" smtClean="0"/>
              <a:t>export</a:t>
            </a:r>
          </a:p>
          <a:p>
            <a:pPr lvl="1">
              <a:buSzPct val="100000"/>
            </a:pPr>
            <a:r>
              <a:rPr lang="en-US" altLang="zh-TW" sz="1400" dirty="0" smtClean="0">
                <a:solidFill>
                  <a:schemeClr val="tx1"/>
                </a:solidFill>
              </a:rPr>
              <a:t>(</a:t>
            </a:r>
            <a:r>
              <a:rPr lang="zh-TW" altLang="en-US" sz="1400" dirty="0" smtClean="0">
                <a:solidFill>
                  <a:schemeClr val="tx1"/>
                </a:solidFill>
              </a:rPr>
              <a:t>經</a:t>
            </a:r>
            <a:r>
              <a:rPr lang="zh-TW" altLang="en-US" sz="1400" dirty="0">
                <a:solidFill>
                  <a:schemeClr val="tx1"/>
                </a:solidFill>
              </a:rPr>
              <a:t>多方</a:t>
            </a:r>
            <a:r>
              <a:rPr lang="zh-TW" altLang="en-US" sz="1400" dirty="0" smtClean="0">
                <a:solidFill>
                  <a:schemeClr val="tx1"/>
                </a:solidFill>
              </a:rPr>
              <a:t>討論</a:t>
            </a:r>
            <a:r>
              <a:rPr lang="en-US" altLang="zh-TW" sz="1400" dirty="0" smtClean="0">
                <a:solidFill>
                  <a:schemeClr val="tx1"/>
                </a:solidFill>
              </a:rPr>
              <a:t>)</a:t>
            </a:r>
            <a:r>
              <a:rPr lang="en-US" altLang="zh-TW" sz="1400" dirty="0" smtClean="0">
                <a:solidFill>
                  <a:srgbClr val="FF0000"/>
                </a:solidFill>
              </a:rPr>
              <a:t/>
            </a:r>
            <a:br>
              <a:rPr lang="en-US" altLang="zh-TW" sz="1400" dirty="0" smtClean="0">
                <a:solidFill>
                  <a:srgbClr val="FF0000"/>
                </a:solidFill>
              </a:rPr>
            </a:br>
            <a:r>
              <a:rPr lang="en-US" altLang="zh-TW" sz="1400" dirty="0" smtClean="0">
                <a:solidFill>
                  <a:srgbClr val="FF0000"/>
                </a:solidFill>
              </a:rPr>
              <a:t>QVR </a:t>
            </a:r>
            <a:r>
              <a:rPr lang="zh-TW" altLang="en-US" sz="1400" dirty="0" smtClean="0">
                <a:solidFill>
                  <a:srgbClr val="FF0000"/>
                </a:solidFill>
              </a:rPr>
              <a:t>會檢查系統當下時間與 </a:t>
            </a:r>
            <a:r>
              <a:rPr lang="en-US" altLang="zh-TW" sz="1400" dirty="0" smtClean="0">
                <a:solidFill>
                  <a:srgbClr val="FF0000"/>
                </a:solidFill>
              </a:rPr>
              <a:t>client</a:t>
            </a:r>
            <a:r>
              <a:rPr lang="zh-TW" altLang="en-US" sz="1400" dirty="0" smtClean="0">
                <a:solidFill>
                  <a:srgbClr val="FF0000"/>
                </a:solidFill>
              </a:rPr>
              <a:t> </a:t>
            </a:r>
            <a:r>
              <a:rPr lang="en-US" altLang="zh-TW" sz="1400" dirty="0" smtClean="0">
                <a:solidFill>
                  <a:srgbClr val="FF0000"/>
                </a:solidFill>
              </a:rPr>
              <a:t>end time </a:t>
            </a:r>
            <a:r>
              <a:rPr lang="zh-TW" altLang="en-US" sz="1400" dirty="0" smtClean="0">
                <a:solidFill>
                  <a:srgbClr val="FF0000"/>
                </a:solidFill>
              </a:rPr>
              <a:t>是否在一分鐘間隔內</a:t>
            </a:r>
            <a:r>
              <a:rPr lang="en-US" altLang="zh-TW" sz="1400" dirty="0" smtClean="0">
                <a:solidFill>
                  <a:srgbClr val="FF0000"/>
                </a:solidFill>
              </a:rPr>
              <a:t>,</a:t>
            </a:r>
            <a:br>
              <a:rPr lang="en-US" altLang="zh-TW" sz="1400" dirty="0" smtClean="0">
                <a:solidFill>
                  <a:srgbClr val="FF0000"/>
                </a:solidFill>
              </a:rPr>
            </a:br>
            <a:r>
              <a:rPr lang="zh-TW" altLang="en-US" sz="1400" dirty="0" smtClean="0">
                <a:solidFill>
                  <a:srgbClr val="FF0000"/>
                </a:solidFill>
              </a:rPr>
              <a:t>若</a:t>
            </a:r>
            <a:r>
              <a:rPr lang="zh-TW" altLang="en-US" sz="1400" dirty="0">
                <a:solidFill>
                  <a:srgbClr val="FF0000"/>
                </a:solidFill>
              </a:rPr>
              <a:t>是</a:t>
            </a:r>
            <a:r>
              <a:rPr lang="zh-TW" altLang="en-US" sz="1400" dirty="0" smtClean="0">
                <a:solidFill>
                  <a:srgbClr val="FF0000"/>
                </a:solidFill>
              </a:rPr>
              <a:t>則 </a:t>
            </a:r>
            <a:r>
              <a:rPr lang="en-US" altLang="zh-TW" sz="1400" dirty="0" smtClean="0">
                <a:solidFill>
                  <a:srgbClr val="FF0000"/>
                </a:solidFill>
              </a:rPr>
              <a:t>pending </a:t>
            </a:r>
            <a:r>
              <a:rPr lang="zh-TW" altLang="en-US" sz="1400" dirty="0" smtClean="0">
                <a:solidFill>
                  <a:srgbClr val="FF0000"/>
                </a:solidFill>
              </a:rPr>
              <a:t>任務一分鐘左右並自動重新匯出該任務</a:t>
            </a:r>
            <a:r>
              <a:rPr lang="en-US" altLang="zh-TW" sz="1400" dirty="0" smtClean="0">
                <a:solidFill>
                  <a:srgbClr val="FF0000"/>
                </a:solidFill>
              </a:rPr>
              <a:t>.</a:t>
            </a:r>
            <a:br>
              <a:rPr lang="en-US" altLang="zh-TW" sz="1400" dirty="0" smtClean="0">
                <a:solidFill>
                  <a:srgbClr val="FF0000"/>
                </a:solidFill>
              </a:rPr>
            </a:br>
            <a:r>
              <a:rPr lang="en-US" altLang="zh-TW" sz="1400" dirty="0" smtClean="0">
                <a:solidFill>
                  <a:srgbClr val="FF0000"/>
                </a:solidFill>
              </a:rPr>
              <a:t>pending </a:t>
            </a:r>
            <a:r>
              <a:rPr lang="zh-TW" altLang="en-US" sz="1400" dirty="0" smtClean="0">
                <a:solidFill>
                  <a:srgbClr val="FF0000"/>
                </a:solidFill>
              </a:rPr>
              <a:t>過程中</a:t>
            </a:r>
            <a:r>
              <a:rPr lang="zh-TW" altLang="en-US" sz="1400" dirty="0">
                <a:solidFill>
                  <a:srgbClr val="FF0000"/>
                </a:solidFill>
              </a:rPr>
              <a:t>透過</a:t>
            </a:r>
            <a:r>
              <a:rPr lang="zh-TW" altLang="en-US" sz="1400" dirty="0" smtClean="0">
                <a:solidFill>
                  <a:srgbClr val="FF0000"/>
                </a:solidFill>
              </a:rPr>
              <a:t> </a:t>
            </a:r>
            <a:r>
              <a:rPr lang="en-US" altLang="zh-TW" sz="1400" dirty="0" err="1" smtClean="0">
                <a:solidFill>
                  <a:srgbClr val="FF0000"/>
                </a:solidFill>
              </a:rPr>
              <a:t>get_task</a:t>
            </a:r>
            <a:r>
              <a:rPr lang="en-US" altLang="zh-TW" sz="1400" dirty="0" smtClean="0">
                <a:solidFill>
                  <a:srgbClr val="FF0000"/>
                </a:solidFill>
              </a:rPr>
              <a:t> API </a:t>
            </a:r>
            <a:r>
              <a:rPr lang="zh-TW" altLang="en-US" sz="1400" dirty="0" smtClean="0">
                <a:solidFill>
                  <a:srgbClr val="FF0000"/>
                </a:solidFill>
              </a:rPr>
              <a:t>會</a:t>
            </a:r>
            <a:r>
              <a:rPr lang="zh-TW" altLang="en-US" sz="1400" dirty="0">
                <a:solidFill>
                  <a:srgbClr val="FF0000"/>
                </a:solidFill>
              </a:rPr>
              <a:t>得到 </a:t>
            </a:r>
            <a:r>
              <a:rPr lang="en-US" altLang="zh-TW" sz="1400" dirty="0">
                <a:solidFill>
                  <a:srgbClr val="FF0000"/>
                </a:solidFill>
              </a:rPr>
              <a:t>progress &lt; 100 </a:t>
            </a:r>
            <a:r>
              <a:rPr lang="en-US" altLang="zh-TW" sz="1400" dirty="0" smtClean="0">
                <a:solidFill>
                  <a:srgbClr val="FF0000"/>
                </a:solidFill>
              </a:rPr>
              <a:t>and </a:t>
            </a:r>
            <a:r>
              <a:rPr lang="en-US" altLang="zh-TW" sz="1400" dirty="0">
                <a:solidFill>
                  <a:srgbClr val="FF0000"/>
                </a:solidFill>
              </a:rPr>
              <a:t>error </a:t>
            </a:r>
            <a:r>
              <a:rPr lang="en-US" altLang="zh-TW" sz="1400" dirty="0" smtClean="0">
                <a:solidFill>
                  <a:srgbClr val="FF0000"/>
                </a:solidFill>
              </a:rPr>
              <a:t>= 0</a:t>
            </a:r>
          </a:p>
          <a:p>
            <a:pPr lvl="1">
              <a:buSzPct val="100000"/>
            </a:pPr>
            <a:endParaRPr lang="en-US" altLang="zh-TW" sz="1400" dirty="0" smtClean="0"/>
          </a:p>
          <a:p>
            <a:pPr>
              <a:buSzPct val="100000"/>
            </a:pPr>
            <a:r>
              <a:rPr lang="zh-TW" altLang="en-US" sz="1800" dirty="0" smtClean="0"/>
              <a:t>匯出任務限制</a:t>
            </a:r>
            <a:endParaRPr lang="en-US" altLang="zh-TW" sz="1800" dirty="0" smtClean="0"/>
          </a:p>
          <a:p>
            <a:pPr lvl="1">
              <a:buSzPct val="100000"/>
            </a:pPr>
            <a:r>
              <a:rPr lang="en-US" altLang="zh-TW" sz="1400" dirty="0" smtClean="0"/>
              <a:t>QVR</a:t>
            </a:r>
            <a:r>
              <a:rPr lang="zh-TW" altLang="en-US" sz="1400" dirty="0" smtClean="0"/>
              <a:t> 最多建立 </a:t>
            </a:r>
            <a:r>
              <a:rPr lang="en-US" altLang="zh-TW" sz="1400" dirty="0" smtClean="0"/>
              <a:t>20 </a:t>
            </a:r>
            <a:r>
              <a:rPr lang="zh-TW" altLang="en-US" sz="1400" dirty="0" smtClean="0"/>
              <a:t>筆任務</a:t>
            </a:r>
            <a:endParaRPr lang="en-US" altLang="zh-TW" sz="1400" dirty="0" smtClean="0"/>
          </a:p>
          <a:p>
            <a:pPr lvl="1">
              <a:buSzPct val="100000"/>
            </a:pPr>
            <a:r>
              <a:rPr lang="en-US" altLang="zh-TW" sz="1400" dirty="0" smtClean="0">
                <a:solidFill>
                  <a:schemeClr val="tx1"/>
                </a:solidFill>
              </a:rPr>
              <a:t>First in, First out(FIFO) +</a:t>
            </a:r>
            <a:r>
              <a:rPr lang="zh-TW" altLang="en-US" sz="1400" dirty="0" smtClean="0">
                <a:solidFill>
                  <a:schemeClr val="tx1"/>
                </a:solidFill>
              </a:rPr>
              <a:t> </a:t>
            </a:r>
            <a:r>
              <a:rPr lang="en-US" altLang="zh-TW" sz="1400" dirty="0">
                <a:solidFill>
                  <a:schemeClr val="tx1"/>
                </a:solidFill>
              </a:rPr>
              <a:t>s</a:t>
            </a:r>
            <a:r>
              <a:rPr lang="en-US" altLang="zh-TW" sz="1400" dirty="0" smtClean="0">
                <a:solidFill>
                  <a:schemeClr val="tx1"/>
                </a:solidFill>
              </a:rPr>
              <a:t>ingle thread</a:t>
            </a:r>
            <a:r>
              <a:rPr lang="zh-TW" altLang="en-US" sz="1400" dirty="0" smtClean="0">
                <a:solidFill>
                  <a:schemeClr val="tx1"/>
                </a:solidFill>
              </a:rPr>
              <a:t> 機制</a:t>
            </a:r>
            <a:r>
              <a:rPr lang="en-US" altLang="zh-TW" sz="1400" dirty="0" smtClean="0">
                <a:solidFill>
                  <a:srgbClr val="FF0000"/>
                </a:solidFill>
              </a:rPr>
              <a:t/>
            </a:r>
            <a:br>
              <a:rPr lang="en-US" altLang="zh-TW" sz="1400" dirty="0" smtClean="0">
                <a:solidFill>
                  <a:srgbClr val="FF0000"/>
                </a:solidFill>
              </a:rPr>
            </a:br>
            <a:r>
              <a:rPr lang="zh-TW" altLang="en-US" sz="1400" dirty="0" smtClean="0">
                <a:solidFill>
                  <a:srgbClr val="FF0000"/>
                </a:solidFill>
              </a:rPr>
              <a:t>同一時間只會</a:t>
            </a:r>
            <a:r>
              <a:rPr lang="zh-TW" altLang="en-US" sz="1400" dirty="0">
                <a:solidFill>
                  <a:srgbClr val="FF0000"/>
                </a:solidFill>
              </a:rPr>
              <a:t>處理</a:t>
            </a:r>
            <a:r>
              <a:rPr lang="zh-TW" altLang="en-US" sz="1400" dirty="0" smtClean="0">
                <a:solidFill>
                  <a:srgbClr val="FF0000"/>
                </a:solidFill>
              </a:rPr>
              <a:t>一筆匯出</a:t>
            </a:r>
            <a:r>
              <a:rPr lang="zh-TW" altLang="en-US" sz="1400" dirty="0" smtClean="0">
                <a:solidFill>
                  <a:srgbClr val="FF0000"/>
                </a:solidFill>
              </a:rPr>
              <a:t>任務</a:t>
            </a:r>
            <a:endParaRPr lang="en-US" altLang="zh-TW" sz="1400" dirty="0" smtClean="0">
              <a:solidFill>
                <a:srgbClr val="FF0000"/>
              </a:solidFill>
            </a:endParaRPr>
          </a:p>
          <a:p>
            <a:pPr lvl="1">
              <a:buSzPct val="100000"/>
            </a:pPr>
            <a:endParaRPr lang="en-US" altLang="zh-TW" sz="1400" dirty="0">
              <a:solidFill>
                <a:srgbClr val="FF0000"/>
              </a:solidFill>
            </a:endParaRPr>
          </a:p>
          <a:p>
            <a:pPr>
              <a:buSzPct val="100000"/>
            </a:pPr>
            <a:r>
              <a:rPr lang="zh-TW" altLang="en-US" sz="1800" dirty="0" smtClean="0"/>
              <a:t>匯出的區間有 </a:t>
            </a:r>
            <a:r>
              <a:rPr lang="en-US" altLang="zh-TW" sz="1800" dirty="0" smtClean="0"/>
              <a:t>a.mp4 / b.mp4 / c.mp4</a:t>
            </a:r>
            <a:endParaRPr lang="en-US" altLang="zh-TW" sz="1800" dirty="0"/>
          </a:p>
          <a:p>
            <a:pPr lvl="1">
              <a:buSzPct val="100000"/>
            </a:pPr>
            <a:r>
              <a:rPr lang="zh-TW" altLang="en-US" sz="1400" dirty="0" smtClean="0">
                <a:solidFill>
                  <a:schemeClr val="tx1"/>
                </a:solidFill>
              </a:rPr>
              <a:t>所有檔案會匯出到指定</a:t>
            </a:r>
            <a:r>
              <a:rPr lang="zh-TW" altLang="en-US" sz="1400" dirty="0" smtClean="0">
                <a:solidFill>
                  <a:schemeClr val="tx1"/>
                </a:solidFill>
              </a:rPr>
              <a:t>資料夾</a:t>
            </a:r>
            <a:endParaRPr lang="en-US" altLang="zh-TW" sz="1400" dirty="0" smtClean="0">
              <a:solidFill>
                <a:schemeClr val="tx1"/>
              </a:solidFill>
            </a:endParaRPr>
          </a:p>
          <a:p>
            <a:pPr lvl="1">
              <a:buSzPct val="100000"/>
            </a:pPr>
            <a:endParaRPr lang="en-US" altLang="zh-TW" sz="1400" dirty="0">
              <a:solidFill>
                <a:schemeClr val="tx1"/>
              </a:solidFill>
            </a:endParaRPr>
          </a:p>
          <a:p>
            <a:pPr>
              <a:buSzPct val="100000"/>
            </a:pPr>
            <a:r>
              <a:rPr lang="zh-TW" altLang="en-US" sz="1800" dirty="0">
                <a:solidFill>
                  <a:schemeClr val="tx1"/>
                </a:solidFill>
              </a:rPr>
              <a:t>匯出的</a:t>
            </a:r>
            <a:r>
              <a:rPr lang="zh-TW" altLang="en-US" sz="1800" dirty="0" smtClean="0">
                <a:solidFill>
                  <a:schemeClr val="tx1"/>
                </a:solidFill>
              </a:rPr>
              <a:t>同步</a:t>
            </a:r>
            <a:endParaRPr lang="en-US" altLang="zh-TW" sz="1800" dirty="0" smtClean="0">
              <a:solidFill>
                <a:schemeClr val="tx1"/>
              </a:solidFill>
            </a:endParaRPr>
          </a:p>
          <a:p>
            <a:pPr lvl="1">
              <a:buSzPct val="100000"/>
            </a:pPr>
            <a:r>
              <a:rPr lang="en-US" altLang="zh-TW" sz="1400" dirty="0" smtClean="0">
                <a:solidFill>
                  <a:schemeClr val="tx1"/>
                </a:solidFill>
              </a:rPr>
              <a:t>QVR</a:t>
            </a:r>
            <a:r>
              <a:rPr lang="zh-TW" altLang="en-US" sz="1400" dirty="0" smtClean="0">
                <a:solidFill>
                  <a:schemeClr val="tx1"/>
                </a:solidFill>
              </a:rPr>
              <a:t> </a:t>
            </a:r>
            <a:r>
              <a:rPr lang="en-US" altLang="zh-TW" sz="1400" dirty="0" smtClean="0">
                <a:solidFill>
                  <a:schemeClr val="tx1"/>
                </a:solidFill>
              </a:rPr>
              <a:t>and client </a:t>
            </a:r>
            <a:r>
              <a:rPr lang="zh-TW" altLang="en-US" sz="1400" dirty="0" smtClean="0">
                <a:solidFill>
                  <a:schemeClr val="tx1"/>
                </a:solidFill>
              </a:rPr>
              <a:t>兩邊的時間須盡可能地同步</a:t>
            </a:r>
            <a:r>
              <a:rPr lang="en-US" altLang="zh-TW" sz="1400" dirty="0" smtClean="0">
                <a:solidFill>
                  <a:schemeClr val="tx1"/>
                </a:solidFill>
              </a:rPr>
              <a:t>, </a:t>
            </a:r>
            <a:r>
              <a:rPr lang="zh-TW" altLang="en-US" sz="1400" dirty="0" smtClean="0">
                <a:solidFill>
                  <a:schemeClr val="tx1"/>
                </a:solidFill>
              </a:rPr>
              <a:t>不然匯出資料會有偏差</a:t>
            </a:r>
            <a:endParaRPr lang="en-US" altLang="zh-TW" sz="1400" dirty="0">
              <a:solidFill>
                <a:schemeClr val="tx1"/>
              </a:solidFill>
            </a:endParaRPr>
          </a:p>
          <a:p>
            <a:pPr lvl="1">
              <a:buSzPct val="100000"/>
            </a:pPr>
            <a:r>
              <a:rPr lang="zh-TW" altLang="en-US" sz="1400" dirty="0" smtClean="0">
                <a:solidFill>
                  <a:srgbClr val="FF0000"/>
                </a:solidFill>
              </a:rPr>
              <a:t>當 </a:t>
            </a:r>
            <a:r>
              <a:rPr lang="en-US" altLang="zh-TW" sz="1400" dirty="0" smtClean="0">
                <a:solidFill>
                  <a:srgbClr val="FF0000"/>
                </a:solidFill>
              </a:rPr>
              <a:t>client </a:t>
            </a:r>
            <a:r>
              <a:rPr lang="zh-TW" altLang="en-US" sz="1400" dirty="0" smtClean="0">
                <a:solidFill>
                  <a:srgbClr val="FF0000"/>
                </a:solidFill>
              </a:rPr>
              <a:t>送出一個未來時間</a:t>
            </a:r>
            <a:r>
              <a:rPr lang="en-US" altLang="zh-TW" sz="1400" dirty="0" smtClean="0">
                <a:solidFill>
                  <a:srgbClr val="FF0000"/>
                </a:solidFill>
              </a:rPr>
              <a:t>,</a:t>
            </a:r>
            <a:r>
              <a:rPr lang="zh-TW" altLang="en-US" sz="1400" dirty="0" smtClean="0">
                <a:solidFill>
                  <a:srgbClr val="FF0000"/>
                </a:solidFill>
              </a:rPr>
              <a:t> </a:t>
            </a:r>
            <a:r>
              <a:rPr lang="en-US" altLang="zh-TW" sz="1400" dirty="0" smtClean="0">
                <a:solidFill>
                  <a:srgbClr val="FF0000"/>
                </a:solidFill>
              </a:rPr>
              <a:t>QVR </a:t>
            </a:r>
            <a:r>
              <a:rPr lang="zh-TW" altLang="en-US" sz="1400" dirty="0" smtClean="0">
                <a:solidFill>
                  <a:srgbClr val="FF0000"/>
                </a:solidFill>
              </a:rPr>
              <a:t>會修改 </a:t>
            </a:r>
            <a:r>
              <a:rPr lang="en-US" altLang="zh-TW" sz="1400" dirty="0" smtClean="0">
                <a:solidFill>
                  <a:srgbClr val="FF0000"/>
                </a:solidFill>
              </a:rPr>
              <a:t>client </a:t>
            </a:r>
            <a:r>
              <a:rPr lang="en-US" altLang="zh-TW" sz="1400" dirty="0" smtClean="0">
                <a:solidFill>
                  <a:srgbClr val="FF0000"/>
                </a:solidFill>
              </a:rPr>
              <a:t>end time</a:t>
            </a:r>
            <a:r>
              <a:rPr lang="zh-TW" altLang="en-US" sz="1400" dirty="0" smtClean="0">
                <a:solidFill>
                  <a:srgbClr val="FF0000"/>
                </a:solidFill>
              </a:rPr>
              <a:t> 成系統當下時間</a:t>
            </a:r>
            <a:r>
              <a:rPr lang="en-US" altLang="zh-TW" sz="1400" dirty="0" smtClean="0">
                <a:solidFill>
                  <a:srgbClr val="FF0000"/>
                </a:solidFill>
              </a:rPr>
              <a:t>,</a:t>
            </a:r>
            <a:br>
              <a:rPr lang="en-US" altLang="zh-TW" sz="1400" dirty="0" smtClean="0">
                <a:solidFill>
                  <a:srgbClr val="FF0000"/>
                </a:solidFill>
              </a:rPr>
            </a:br>
            <a:r>
              <a:rPr lang="zh-TW" altLang="en-US" sz="1400" dirty="0" smtClean="0">
                <a:solidFill>
                  <a:srgbClr val="FF0000"/>
                </a:solidFill>
              </a:rPr>
              <a:t>並會記錄此資訊在 </a:t>
            </a:r>
            <a:r>
              <a:rPr lang="en-US" altLang="zh-TW" sz="1400" dirty="0" smtClean="0">
                <a:solidFill>
                  <a:srgbClr val="FF0000"/>
                </a:solidFill>
              </a:rPr>
              <a:t>log </a:t>
            </a:r>
            <a:r>
              <a:rPr lang="zh-TW" altLang="en-US" sz="1400" dirty="0" smtClean="0">
                <a:solidFill>
                  <a:srgbClr val="FF0000"/>
                </a:solidFill>
              </a:rPr>
              <a:t>檔以供後續除錯</a:t>
            </a:r>
            <a:r>
              <a:rPr lang="en-US" altLang="zh-TW" sz="1400" dirty="0" smtClean="0">
                <a:solidFill>
                  <a:srgbClr val="FF0000"/>
                </a:solidFill>
              </a:rPr>
              <a:t> </a:t>
            </a:r>
            <a:endParaRPr lang="en-US" altLang="zh-TW" sz="14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68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ED0A80-CDEF-5691-2134-A0041008D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</a:t>
            </a:r>
            <a:r>
              <a:rPr lang="zh-TW" altLang="en-US" dirty="0" smtClean="0"/>
              <a:t> </a:t>
            </a:r>
            <a:r>
              <a:rPr lang="en-US" altLang="zh-TW" dirty="0" smtClean="0"/>
              <a:t>&amp;</a:t>
            </a:r>
            <a:r>
              <a:rPr lang="zh-TW" altLang="en-US" dirty="0" smtClean="0"/>
              <a:t> </a:t>
            </a:r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ADDBDB7-626B-845B-B55C-9A346C4D3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50496"/>
            <a:ext cx="8229600" cy="4785395"/>
          </a:xfrm>
        </p:spPr>
        <p:txBody>
          <a:bodyPr/>
          <a:lstStyle/>
          <a:p>
            <a:pPr>
              <a:buSzPct val="100000"/>
            </a:pPr>
            <a:r>
              <a:rPr lang="zh-TW" altLang="en-US" sz="1800" dirty="0" smtClean="0"/>
              <a:t>匯出任務的狀態</a:t>
            </a:r>
            <a:endParaRPr lang="en-US" altLang="zh-TW" sz="1800" dirty="0" smtClean="0"/>
          </a:p>
          <a:p>
            <a:pPr lvl="1">
              <a:buSzPct val="100000"/>
            </a:pPr>
            <a:r>
              <a:rPr lang="en-US" altLang="zh-TW" sz="1400" dirty="0" smtClean="0"/>
              <a:t>HTTP GET</a:t>
            </a:r>
          </a:p>
          <a:p>
            <a:pPr lvl="2">
              <a:buSzPct val="100000"/>
            </a:pPr>
            <a:r>
              <a:rPr lang="en-US" altLang="zh-TW" sz="1200" dirty="0" err="1" smtClean="0">
                <a:ea typeface="微軟正黑體"/>
              </a:rPr>
              <a:t>get_task</a:t>
            </a:r>
            <a:r>
              <a:rPr lang="en-US" altLang="zh-TW" sz="1200" dirty="0" smtClean="0">
                <a:ea typeface="微軟正黑體"/>
              </a:rPr>
              <a:t>(polling)</a:t>
            </a:r>
          </a:p>
          <a:p>
            <a:pPr lvl="2">
              <a:buSzPct val="100000"/>
            </a:pPr>
            <a:endParaRPr lang="en-US" altLang="zh-TW" sz="1200" dirty="0">
              <a:ea typeface="微軟正黑體"/>
            </a:endParaRPr>
          </a:p>
          <a:p>
            <a:pPr lvl="2">
              <a:buSzPct val="100000"/>
            </a:pPr>
            <a:r>
              <a:rPr lang="zh-TW" altLang="en-US" sz="1200" dirty="0" smtClean="0">
                <a:ea typeface="微軟正黑體"/>
              </a:rPr>
              <a:t>建議設計的架構上定義何時 </a:t>
            </a:r>
            <a:r>
              <a:rPr lang="en-US" altLang="zh-TW" sz="1200" dirty="0" smtClean="0">
                <a:ea typeface="微軟正黑體"/>
              </a:rPr>
              <a:t>polling</a:t>
            </a:r>
            <a:br>
              <a:rPr lang="en-US" altLang="zh-TW" sz="1200" dirty="0" smtClean="0">
                <a:ea typeface="微軟正黑體"/>
              </a:rPr>
            </a:br>
            <a:r>
              <a:rPr lang="zh-TW" altLang="en-US" sz="1200" dirty="0" smtClean="0">
                <a:ea typeface="微軟正黑體"/>
              </a:rPr>
              <a:t>經常性的 </a:t>
            </a:r>
            <a:r>
              <a:rPr lang="en-US" altLang="zh-TW" sz="1200" dirty="0" smtClean="0">
                <a:ea typeface="微軟正黑體"/>
              </a:rPr>
              <a:t>polling </a:t>
            </a:r>
            <a:r>
              <a:rPr lang="zh-TW" altLang="en-US" sz="1200" dirty="0">
                <a:ea typeface="微軟正黑體"/>
              </a:rPr>
              <a:t>只</a:t>
            </a:r>
            <a:r>
              <a:rPr lang="zh-TW" altLang="en-US" sz="1200" dirty="0" smtClean="0">
                <a:ea typeface="微軟正黑體"/>
              </a:rPr>
              <a:t>會得到比較差的效能</a:t>
            </a:r>
            <a:endParaRPr lang="en-US" altLang="zh-TW" sz="1200" dirty="0">
              <a:ea typeface="微軟正黑體"/>
            </a:endParaRPr>
          </a:p>
          <a:p>
            <a:pPr lvl="2">
              <a:buSzPct val="100000"/>
            </a:pPr>
            <a:r>
              <a:rPr lang="zh-TW" altLang="en-US" sz="1200" dirty="0" smtClean="0">
                <a:ea typeface="微軟正黑體"/>
              </a:rPr>
              <a:t>建議根據裡面提供的 </a:t>
            </a:r>
            <a:r>
              <a:rPr lang="en-US" altLang="zh-TW" sz="1200" dirty="0" smtClean="0">
                <a:ea typeface="微軟正黑體"/>
              </a:rPr>
              <a:t>“error” </a:t>
            </a:r>
            <a:r>
              <a:rPr lang="zh-TW" altLang="en-US" sz="1200" dirty="0" smtClean="0">
                <a:ea typeface="微軟正黑體"/>
              </a:rPr>
              <a:t>採取相對應的處理流程</a:t>
            </a:r>
            <a:r>
              <a:rPr lang="en-US" altLang="zh-TW" sz="1200" dirty="0" smtClean="0">
                <a:ea typeface="微軟正黑體"/>
              </a:rPr>
              <a:t/>
            </a:r>
            <a:br>
              <a:rPr lang="en-US" altLang="zh-TW" sz="1200" dirty="0" smtClean="0">
                <a:ea typeface="微軟正黑體"/>
              </a:rPr>
            </a:br>
            <a:r>
              <a:rPr lang="en-US" altLang="zh-TW" sz="1200" dirty="0" err="1" smtClean="0">
                <a:ea typeface="微軟正黑體"/>
              </a:rPr>
              <a:t>get_task</a:t>
            </a:r>
            <a:r>
              <a:rPr lang="zh-TW" altLang="en-US" sz="1200" dirty="0" smtClean="0">
                <a:ea typeface="微軟正黑體"/>
              </a:rPr>
              <a:t> 會提供</a:t>
            </a:r>
            <a:r>
              <a:rPr lang="zh-TW" altLang="en-US" sz="1200" dirty="0">
                <a:ea typeface="微軟正黑體"/>
              </a:rPr>
              <a:t>任務的所有</a:t>
            </a:r>
            <a:r>
              <a:rPr lang="zh-TW" altLang="en-US" sz="1200" dirty="0" smtClean="0">
                <a:ea typeface="微軟正黑體"/>
              </a:rPr>
              <a:t>資訊</a:t>
            </a:r>
            <a:endParaRPr lang="en-US" altLang="zh-TW" sz="1200" dirty="0" smtClean="0"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65225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QNAP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1229507F8BA50F49B96D6B128D2A8CC1" ma:contentTypeVersion="9" ma:contentTypeDescription="建立新的文件。" ma:contentTypeScope="" ma:versionID="4c22bbfca9ff630c5b9b06de18ab7530">
  <xsd:schema xmlns:xsd="http://www.w3.org/2001/XMLSchema" xmlns:xs="http://www.w3.org/2001/XMLSchema" xmlns:p="http://schemas.microsoft.com/office/2006/metadata/properties" xmlns:ns2="87d3ebbd-6ca3-4a85-9e4c-14b927094cf2" xmlns:ns3="a3a6bb4f-3a27-47ba-be24-844c90db280c" targetNamespace="http://schemas.microsoft.com/office/2006/metadata/properties" ma:root="true" ma:fieldsID="20f6de08f2f586ae39d71e0dabe0e94f" ns2:_="" ns3:_="">
    <xsd:import namespace="87d3ebbd-6ca3-4a85-9e4c-14b927094cf2"/>
    <xsd:import namespace="a3a6bb4f-3a27-47ba-be24-844c90db28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d3ebbd-6ca3-4a85-9e4c-14b927094c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a6bb4f-3a27-47ba-be24-844c90db280c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1DDDDD8-9D86-4C2B-BAFC-31F7E9E1E24F}">
  <ds:schemaRefs>
    <ds:schemaRef ds:uri="87d3ebbd-6ca3-4a85-9e4c-14b927094cf2"/>
    <ds:schemaRef ds:uri="a3a6bb4f-3a27-47ba-be24-844c90db280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9261D85-CA6F-422D-8821-E75ECA78D39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CE3005D-5325-493D-9A8F-9BC2A82069ED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395</TotalTime>
  <Words>438</Words>
  <Application>Microsoft Office PowerPoint</Application>
  <PresentationFormat>如螢幕大小 (4:3)</PresentationFormat>
  <Paragraphs>162</Paragraphs>
  <Slides>22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5" baseType="lpstr">
      <vt:lpstr>微軟正黑體</vt:lpstr>
      <vt:lpstr>Arial</vt:lpstr>
      <vt:lpstr>QNAP Theme</vt:lpstr>
      <vt:lpstr>QVR Pro &amp; Elite MP4 API 操作簡介</vt:lpstr>
      <vt:lpstr>Integration Methods</vt:lpstr>
      <vt:lpstr>SDK Camera Control</vt:lpstr>
      <vt:lpstr>HTTP API</vt:lpstr>
      <vt:lpstr>流程</vt:lpstr>
      <vt:lpstr>執行</vt:lpstr>
      <vt:lpstr>如何取得 QTS sid</vt:lpstr>
      <vt:lpstr>如何取得 QVR camera guid</vt:lpstr>
      <vt:lpstr>Q &amp; A</vt:lpstr>
      <vt:lpstr>QNAP QVR Recording Export</vt:lpstr>
      <vt:lpstr>HTTP API</vt:lpstr>
      <vt:lpstr>流程</vt:lpstr>
      <vt:lpstr>執行</vt:lpstr>
      <vt:lpstr>執行</vt:lpstr>
      <vt:lpstr>執行</vt:lpstr>
      <vt:lpstr>執行</vt:lpstr>
      <vt:lpstr>執行</vt:lpstr>
      <vt:lpstr>執行</vt:lpstr>
      <vt:lpstr>執行</vt:lpstr>
      <vt:lpstr>執行</vt:lpstr>
      <vt:lpstr>Q &amp; A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 Report</dc:title>
  <dc:creator>Ken Liu</dc:creator>
  <cp:lastModifiedBy>Ken Liu</cp:lastModifiedBy>
  <cp:revision>128</cp:revision>
  <dcterms:created xsi:type="dcterms:W3CDTF">2014-09-11T15:43:00Z</dcterms:created>
  <dcterms:modified xsi:type="dcterms:W3CDTF">2023-12-29T07:00:01Z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0x0101001229507F8BA50F49B96D6B128D2A8CC1</vt:lpwstr>
  </property>
</Properties>
</file>